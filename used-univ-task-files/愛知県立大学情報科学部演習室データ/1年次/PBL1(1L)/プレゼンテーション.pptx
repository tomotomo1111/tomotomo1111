
<file path=[Content_Types].xml><?xml version="1.0" encoding="utf-8"?>
<Types xmlns="http://schemas.openxmlformats.org/package/2006/content-types">
  <Default Extension="jpeg" ContentType="image/jpeg"/>
  <Default Extension="m4a" ContentType="audi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9" r:id="rId2"/>
    <p:sldId id="256" r:id="rId3"/>
    <p:sldId id="257" r:id="rId4"/>
    <p:sldId id="260" r:id="rId5"/>
    <p:sldId id="261" r:id="rId6"/>
    <p:sldId id="258" r:id="rId7"/>
    <p:sldId id="262" r:id="rId8"/>
    <p:sldId id="263" r:id="rId9"/>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8A06143-7126-3CAE-8E0F-B35AA9E61C86}" v="55" dt="2022-06-08T13:33:01.808"/>
    <p1510:client id="{6A118113-D534-C2B7-F140-B34A46A8DB05}" v="1455" dt="2022-06-08T11:04:21.203"/>
    <p1510:client id="{712E7359-7C9B-B3A1-EC87-7AD2CEC30917}" v="687" dt="2022-06-08T08:22:13.068"/>
    <p1510:client id="{CEDA61EA-B557-9230-C5BD-E3F1130F85BD}" v="19" dt="2022-06-08T12:56:13.034"/>
    <p1510:client id="{E339EE19-BDAD-6B38-C4CB-7307001EE065}" v="243" dt="2022-06-08T07:39:35.901"/>
    <p1510:client id="{F723BC13-1FAB-7D6B-2C7D-AD2793F7B7FA}" v="33" dt="2022-06-08T12:43:11.564"/>
    <p1510:client id="{FF2383CA-E02C-C4C5-CD82-C9B141D03149}" v="459" dt="2022-06-08T09:08:40.16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83" d="100"/>
          <a:sy n="83" d="100"/>
        </p:scale>
        <p:origin x="658" y="6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microsoft.com/office/2015/10/relationships/revisionInfo" Target="revisionInfo.xml"/></Relationships>
</file>

<file path=ppt/diagrams/colors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5576701-76D2-458F-BB4F-4E032EF692B3}" type="doc">
      <dgm:prSet loTypeId="urn:microsoft.com/office/officeart/2005/8/layout/hierarchy1" loCatId="hierarchy" qsTypeId="urn:microsoft.com/office/officeart/2005/8/quickstyle/simple1" qsCatId="simple" csTypeId="urn:microsoft.com/office/officeart/2005/8/colors/accent0_3" csCatId="mainScheme"/>
      <dgm:spPr/>
      <dgm:t>
        <a:bodyPr/>
        <a:lstStyle/>
        <a:p>
          <a:endParaRPr lang="en-US"/>
        </a:p>
      </dgm:t>
    </dgm:pt>
    <dgm:pt modelId="{A7F7C889-6808-4127-BC7A-8C38237D907D}">
      <dgm:prSet/>
      <dgm:spPr/>
      <dgm:t>
        <a:bodyPr/>
        <a:lstStyle/>
        <a:p>
          <a:r>
            <a:rPr lang="ja-JP"/>
            <a:t>皆さん</a:t>
          </a:r>
          <a:r>
            <a:rPr lang="ja-JP" b="1"/>
            <a:t>お茶</a:t>
          </a:r>
          <a:r>
            <a:rPr lang="ja-JP"/>
            <a:t>に一段と詳しくなれたはずです。</a:t>
          </a:r>
          <a:endParaRPr lang="en-US"/>
        </a:p>
      </dgm:t>
    </dgm:pt>
    <dgm:pt modelId="{A14426DD-2367-4589-9844-D5DB5D9BA853}" type="parTrans" cxnId="{3C3478CE-CC60-4719-853D-E639D3C5B76F}">
      <dgm:prSet/>
      <dgm:spPr/>
      <dgm:t>
        <a:bodyPr/>
        <a:lstStyle/>
        <a:p>
          <a:endParaRPr lang="en-US"/>
        </a:p>
      </dgm:t>
    </dgm:pt>
    <dgm:pt modelId="{33F6AD4A-50F0-47DD-ADDE-085C88F28F15}" type="sibTrans" cxnId="{3C3478CE-CC60-4719-853D-E639D3C5B76F}">
      <dgm:prSet/>
      <dgm:spPr/>
      <dgm:t>
        <a:bodyPr/>
        <a:lstStyle/>
        <a:p>
          <a:endParaRPr lang="en-US"/>
        </a:p>
      </dgm:t>
    </dgm:pt>
    <dgm:pt modelId="{B84B88CB-B3CD-4A50-B784-D85CA72057DA}">
      <dgm:prSet/>
      <dgm:spPr/>
      <dgm:t>
        <a:bodyPr/>
        <a:lstStyle/>
        <a:p>
          <a:r>
            <a:rPr lang="ja-JP"/>
            <a:t>これからの日常生活でも有用な知識であることは間違いありません。</a:t>
          </a:r>
          <a:endParaRPr lang="en-US"/>
        </a:p>
      </dgm:t>
    </dgm:pt>
    <dgm:pt modelId="{B2FFD6B1-A2C6-4113-8108-4F2F4532D121}" type="parTrans" cxnId="{F7D349B2-65AE-49DF-A801-3AE9B7D89BC8}">
      <dgm:prSet/>
      <dgm:spPr/>
      <dgm:t>
        <a:bodyPr/>
        <a:lstStyle/>
        <a:p>
          <a:endParaRPr lang="en-US"/>
        </a:p>
      </dgm:t>
    </dgm:pt>
    <dgm:pt modelId="{D4B75A5C-2D18-48E3-A792-768482A39E55}" type="sibTrans" cxnId="{F7D349B2-65AE-49DF-A801-3AE9B7D89BC8}">
      <dgm:prSet/>
      <dgm:spPr/>
      <dgm:t>
        <a:bodyPr/>
        <a:lstStyle/>
        <a:p>
          <a:endParaRPr lang="en-US"/>
        </a:p>
      </dgm:t>
    </dgm:pt>
    <dgm:pt modelId="{67D2E263-9F91-4D38-BE2A-62A31D711A22}" type="pres">
      <dgm:prSet presAssocID="{C5576701-76D2-458F-BB4F-4E032EF692B3}" presName="hierChild1" presStyleCnt="0">
        <dgm:presLayoutVars>
          <dgm:chPref val="1"/>
          <dgm:dir/>
          <dgm:animOne val="branch"/>
          <dgm:animLvl val="lvl"/>
          <dgm:resizeHandles/>
        </dgm:presLayoutVars>
      </dgm:prSet>
      <dgm:spPr/>
    </dgm:pt>
    <dgm:pt modelId="{E55D98D4-C3B1-4033-9C2C-D85799817052}" type="pres">
      <dgm:prSet presAssocID="{A7F7C889-6808-4127-BC7A-8C38237D907D}" presName="hierRoot1" presStyleCnt="0"/>
      <dgm:spPr/>
    </dgm:pt>
    <dgm:pt modelId="{E8FE62EC-6465-445B-8DD9-234F819E34F5}" type="pres">
      <dgm:prSet presAssocID="{A7F7C889-6808-4127-BC7A-8C38237D907D}" presName="composite" presStyleCnt="0"/>
      <dgm:spPr/>
    </dgm:pt>
    <dgm:pt modelId="{30F1A38A-B9BB-4B48-A720-50DB2BDB0453}" type="pres">
      <dgm:prSet presAssocID="{A7F7C889-6808-4127-BC7A-8C38237D907D}" presName="background" presStyleLbl="node0" presStyleIdx="0" presStyleCnt="2"/>
      <dgm:spPr/>
    </dgm:pt>
    <dgm:pt modelId="{D58EF751-8FEE-4E72-B01F-B2AA79D57943}" type="pres">
      <dgm:prSet presAssocID="{A7F7C889-6808-4127-BC7A-8C38237D907D}" presName="text" presStyleLbl="fgAcc0" presStyleIdx="0" presStyleCnt="2">
        <dgm:presLayoutVars>
          <dgm:chPref val="3"/>
        </dgm:presLayoutVars>
      </dgm:prSet>
      <dgm:spPr/>
    </dgm:pt>
    <dgm:pt modelId="{0E8C115E-F7E9-4D3B-B615-CC42AE7F5EF5}" type="pres">
      <dgm:prSet presAssocID="{A7F7C889-6808-4127-BC7A-8C38237D907D}" presName="hierChild2" presStyleCnt="0"/>
      <dgm:spPr/>
    </dgm:pt>
    <dgm:pt modelId="{7B1BC86E-82E5-4510-BA11-6F654D29A6BB}" type="pres">
      <dgm:prSet presAssocID="{B84B88CB-B3CD-4A50-B784-D85CA72057DA}" presName="hierRoot1" presStyleCnt="0"/>
      <dgm:spPr/>
    </dgm:pt>
    <dgm:pt modelId="{D8AC24F3-2FF2-409D-B626-0D23AEC8EC4B}" type="pres">
      <dgm:prSet presAssocID="{B84B88CB-B3CD-4A50-B784-D85CA72057DA}" presName="composite" presStyleCnt="0"/>
      <dgm:spPr/>
    </dgm:pt>
    <dgm:pt modelId="{B438017C-9300-44AA-AD20-B1641EC431F7}" type="pres">
      <dgm:prSet presAssocID="{B84B88CB-B3CD-4A50-B784-D85CA72057DA}" presName="background" presStyleLbl="node0" presStyleIdx="1" presStyleCnt="2"/>
      <dgm:spPr/>
    </dgm:pt>
    <dgm:pt modelId="{CD298E81-73A9-4D70-B204-A645EDD8F96C}" type="pres">
      <dgm:prSet presAssocID="{B84B88CB-B3CD-4A50-B784-D85CA72057DA}" presName="text" presStyleLbl="fgAcc0" presStyleIdx="1" presStyleCnt="2">
        <dgm:presLayoutVars>
          <dgm:chPref val="3"/>
        </dgm:presLayoutVars>
      </dgm:prSet>
      <dgm:spPr/>
    </dgm:pt>
    <dgm:pt modelId="{FD191C52-A2D1-4460-94F3-BE4FE47F11AD}" type="pres">
      <dgm:prSet presAssocID="{B84B88CB-B3CD-4A50-B784-D85CA72057DA}" presName="hierChild2" presStyleCnt="0"/>
      <dgm:spPr/>
    </dgm:pt>
  </dgm:ptLst>
  <dgm:cxnLst>
    <dgm:cxn modelId="{E1A2EF23-1982-4039-B45D-D0E50EE87D84}" type="presOf" srcId="{A7F7C889-6808-4127-BC7A-8C38237D907D}" destId="{D58EF751-8FEE-4E72-B01F-B2AA79D57943}" srcOrd="0" destOrd="0" presId="urn:microsoft.com/office/officeart/2005/8/layout/hierarchy1"/>
    <dgm:cxn modelId="{4AAF20A1-24FA-4343-8C82-CF6D26AE16B9}" type="presOf" srcId="{B84B88CB-B3CD-4A50-B784-D85CA72057DA}" destId="{CD298E81-73A9-4D70-B204-A645EDD8F96C}" srcOrd="0" destOrd="0" presId="urn:microsoft.com/office/officeart/2005/8/layout/hierarchy1"/>
    <dgm:cxn modelId="{F7D349B2-65AE-49DF-A801-3AE9B7D89BC8}" srcId="{C5576701-76D2-458F-BB4F-4E032EF692B3}" destId="{B84B88CB-B3CD-4A50-B784-D85CA72057DA}" srcOrd="1" destOrd="0" parTransId="{B2FFD6B1-A2C6-4113-8108-4F2F4532D121}" sibTransId="{D4B75A5C-2D18-48E3-A792-768482A39E55}"/>
    <dgm:cxn modelId="{3C3478CE-CC60-4719-853D-E639D3C5B76F}" srcId="{C5576701-76D2-458F-BB4F-4E032EF692B3}" destId="{A7F7C889-6808-4127-BC7A-8C38237D907D}" srcOrd="0" destOrd="0" parTransId="{A14426DD-2367-4589-9844-D5DB5D9BA853}" sibTransId="{33F6AD4A-50F0-47DD-ADDE-085C88F28F15}"/>
    <dgm:cxn modelId="{7225BDF7-73EB-4567-BC55-0880B1893294}" type="presOf" srcId="{C5576701-76D2-458F-BB4F-4E032EF692B3}" destId="{67D2E263-9F91-4D38-BE2A-62A31D711A22}" srcOrd="0" destOrd="0" presId="urn:microsoft.com/office/officeart/2005/8/layout/hierarchy1"/>
    <dgm:cxn modelId="{7F24ED12-8C3F-4302-90EF-A7CBCDB21242}" type="presParOf" srcId="{67D2E263-9F91-4D38-BE2A-62A31D711A22}" destId="{E55D98D4-C3B1-4033-9C2C-D85799817052}" srcOrd="0" destOrd="0" presId="urn:microsoft.com/office/officeart/2005/8/layout/hierarchy1"/>
    <dgm:cxn modelId="{C889BC20-5D16-4BE1-A8F4-8A45D1D40DC3}" type="presParOf" srcId="{E55D98D4-C3B1-4033-9C2C-D85799817052}" destId="{E8FE62EC-6465-445B-8DD9-234F819E34F5}" srcOrd="0" destOrd="0" presId="urn:microsoft.com/office/officeart/2005/8/layout/hierarchy1"/>
    <dgm:cxn modelId="{47492AC8-D5D3-458E-8273-0CA2E0EF63EA}" type="presParOf" srcId="{E8FE62EC-6465-445B-8DD9-234F819E34F5}" destId="{30F1A38A-B9BB-4B48-A720-50DB2BDB0453}" srcOrd="0" destOrd="0" presId="urn:microsoft.com/office/officeart/2005/8/layout/hierarchy1"/>
    <dgm:cxn modelId="{C711CCCF-35DA-4540-83E8-E743D3F9CE8E}" type="presParOf" srcId="{E8FE62EC-6465-445B-8DD9-234F819E34F5}" destId="{D58EF751-8FEE-4E72-B01F-B2AA79D57943}" srcOrd="1" destOrd="0" presId="urn:microsoft.com/office/officeart/2005/8/layout/hierarchy1"/>
    <dgm:cxn modelId="{A8A3A801-8889-4CC5-8A99-D65ADE0A86C4}" type="presParOf" srcId="{E55D98D4-C3B1-4033-9C2C-D85799817052}" destId="{0E8C115E-F7E9-4D3B-B615-CC42AE7F5EF5}" srcOrd="1" destOrd="0" presId="urn:microsoft.com/office/officeart/2005/8/layout/hierarchy1"/>
    <dgm:cxn modelId="{42D20F0B-3DD9-4C89-8851-C70D978E9775}" type="presParOf" srcId="{67D2E263-9F91-4D38-BE2A-62A31D711A22}" destId="{7B1BC86E-82E5-4510-BA11-6F654D29A6BB}" srcOrd="1" destOrd="0" presId="urn:microsoft.com/office/officeart/2005/8/layout/hierarchy1"/>
    <dgm:cxn modelId="{0C59977E-B46D-4BF5-9BB1-E59DC1258950}" type="presParOf" srcId="{7B1BC86E-82E5-4510-BA11-6F654D29A6BB}" destId="{D8AC24F3-2FF2-409D-B626-0D23AEC8EC4B}" srcOrd="0" destOrd="0" presId="urn:microsoft.com/office/officeart/2005/8/layout/hierarchy1"/>
    <dgm:cxn modelId="{0EDD93B1-1C60-44ED-A96D-0478D06ED6D1}" type="presParOf" srcId="{D8AC24F3-2FF2-409D-B626-0D23AEC8EC4B}" destId="{B438017C-9300-44AA-AD20-B1641EC431F7}" srcOrd="0" destOrd="0" presId="urn:microsoft.com/office/officeart/2005/8/layout/hierarchy1"/>
    <dgm:cxn modelId="{D54E0BAD-77AE-4B4F-97DA-FD512C2981A7}" type="presParOf" srcId="{D8AC24F3-2FF2-409D-B626-0D23AEC8EC4B}" destId="{CD298E81-73A9-4D70-B204-A645EDD8F96C}" srcOrd="1" destOrd="0" presId="urn:microsoft.com/office/officeart/2005/8/layout/hierarchy1"/>
    <dgm:cxn modelId="{AC3F9318-0BDE-48A3-BE49-FA47F8160747}" type="presParOf" srcId="{7B1BC86E-82E5-4510-BA11-6F654D29A6BB}" destId="{FD191C52-A2D1-4460-94F3-BE4FE47F11AD}" srcOrd="1" destOrd="0" presId="urn:microsoft.com/office/officeart/2005/8/layout/hierarchy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0F1A38A-B9BB-4B48-A720-50DB2BDB0453}">
      <dsp:nvSpPr>
        <dsp:cNvPr id="0" name=""/>
        <dsp:cNvSpPr/>
      </dsp:nvSpPr>
      <dsp:spPr>
        <a:xfrm>
          <a:off x="1283" y="507350"/>
          <a:ext cx="4505585" cy="2861046"/>
        </a:xfrm>
        <a:prstGeom prst="roundRect">
          <a:avLst>
            <a:gd name="adj" fmla="val 10000"/>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58EF751-8FEE-4E72-B01F-B2AA79D57943}">
      <dsp:nvSpPr>
        <dsp:cNvPr id="0" name=""/>
        <dsp:cNvSpPr/>
      </dsp:nvSpPr>
      <dsp:spPr>
        <a:xfrm>
          <a:off x="501904" y="982940"/>
          <a:ext cx="4505585" cy="2861046"/>
        </a:xfrm>
        <a:prstGeom prst="roundRect">
          <a:avLst>
            <a:gd name="adj" fmla="val 10000"/>
          </a:avLst>
        </a:prstGeom>
        <a:solidFill>
          <a:schemeClr val="lt2">
            <a:alpha val="90000"/>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52400" tIns="152400" rIns="152400" bIns="152400" numCol="1" spcCol="1270" anchor="ctr" anchorCtr="0">
          <a:noAutofit/>
        </a:bodyPr>
        <a:lstStyle/>
        <a:p>
          <a:pPr marL="0" lvl="0" indent="0" algn="ctr" defTabSz="1778000">
            <a:lnSpc>
              <a:spcPct val="90000"/>
            </a:lnSpc>
            <a:spcBef>
              <a:spcPct val="0"/>
            </a:spcBef>
            <a:spcAft>
              <a:spcPct val="35000"/>
            </a:spcAft>
            <a:buNone/>
          </a:pPr>
          <a:r>
            <a:rPr lang="ja-JP" sz="4000" kern="1200"/>
            <a:t>皆さん</a:t>
          </a:r>
          <a:r>
            <a:rPr lang="ja-JP" sz="4000" b="1" kern="1200"/>
            <a:t>お茶</a:t>
          </a:r>
          <a:r>
            <a:rPr lang="ja-JP" sz="4000" kern="1200"/>
            <a:t>に一段と詳しくなれたはずです。</a:t>
          </a:r>
          <a:endParaRPr lang="en-US" sz="4000" kern="1200"/>
        </a:p>
      </dsp:txBody>
      <dsp:txXfrm>
        <a:off x="585701" y="1066737"/>
        <a:ext cx="4337991" cy="2693452"/>
      </dsp:txXfrm>
    </dsp:sp>
    <dsp:sp modelId="{B438017C-9300-44AA-AD20-B1641EC431F7}">
      <dsp:nvSpPr>
        <dsp:cNvPr id="0" name=""/>
        <dsp:cNvSpPr/>
      </dsp:nvSpPr>
      <dsp:spPr>
        <a:xfrm>
          <a:off x="5508110" y="507350"/>
          <a:ext cx="4505585" cy="2861046"/>
        </a:xfrm>
        <a:prstGeom prst="roundRect">
          <a:avLst>
            <a:gd name="adj" fmla="val 10000"/>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D298E81-73A9-4D70-B204-A645EDD8F96C}">
      <dsp:nvSpPr>
        <dsp:cNvPr id="0" name=""/>
        <dsp:cNvSpPr/>
      </dsp:nvSpPr>
      <dsp:spPr>
        <a:xfrm>
          <a:off x="6008730" y="982940"/>
          <a:ext cx="4505585" cy="2861046"/>
        </a:xfrm>
        <a:prstGeom prst="roundRect">
          <a:avLst>
            <a:gd name="adj" fmla="val 10000"/>
          </a:avLst>
        </a:prstGeom>
        <a:solidFill>
          <a:schemeClr val="lt2">
            <a:alpha val="90000"/>
            <a:hueOff val="0"/>
            <a:satOff val="0"/>
            <a:lumOff val="0"/>
            <a:alphaOff val="0"/>
          </a:schemeClr>
        </a:solidFill>
        <a:ln w="1270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52400" tIns="152400" rIns="152400" bIns="152400" numCol="1" spcCol="1270" anchor="ctr" anchorCtr="0">
          <a:noAutofit/>
        </a:bodyPr>
        <a:lstStyle/>
        <a:p>
          <a:pPr marL="0" lvl="0" indent="0" algn="ctr" defTabSz="1778000">
            <a:lnSpc>
              <a:spcPct val="90000"/>
            </a:lnSpc>
            <a:spcBef>
              <a:spcPct val="0"/>
            </a:spcBef>
            <a:spcAft>
              <a:spcPct val="35000"/>
            </a:spcAft>
            <a:buNone/>
          </a:pPr>
          <a:r>
            <a:rPr lang="ja-JP" sz="4000" kern="1200"/>
            <a:t>これからの日常生活でも有用な知識であることは間違いありません。</a:t>
          </a:r>
          <a:endParaRPr lang="en-US" sz="4000" kern="1200"/>
        </a:p>
      </dsp:txBody>
      <dsp:txXfrm>
        <a:off x="6092527" y="1066737"/>
        <a:ext cx="4337991" cy="2693452"/>
      </dsp:txXfrm>
    </dsp:sp>
  </dsp:spTree>
</dsp:drawing>
</file>

<file path=ppt/diagrams/layout1.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サブタイトル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p:cNvSpPr>
            <a:spLocks noGrp="1"/>
          </p:cNvSpPr>
          <p:nvPr>
            <p:ph type="dt" sz="half" idx="10"/>
          </p:nvPr>
        </p:nvSpPr>
        <p:spPr/>
        <p:txBody>
          <a:bodyPr/>
          <a:lstStyle/>
          <a:p>
            <a:fld id="{0E02A643-9BB0-4E02-80B2-2C0A5E5D738E}" type="datetimeFigureOut">
              <a:rPr kumimoji="1" lang="ja-JP" altLang="en-US" smtClean="0"/>
              <a:t>2022/6/9</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A99D720A-4AD5-4DCF-885F-DE5297996123}" type="slidenum">
              <a:rPr kumimoji="1" lang="ja-JP" altLang="en-US" smtClean="0"/>
              <a:t>‹#›</a:t>
            </a:fld>
            <a:endParaRPr kumimoji="1" lang="ja-JP" altLang="en-US"/>
          </a:p>
        </p:txBody>
      </p:sp>
    </p:spTree>
    <p:extLst>
      <p:ext uri="{BB962C8B-B14F-4D97-AF65-F5344CB8AC3E}">
        <p14:creationId xmlns:p14="http://schemas.microsoft.com/office/powerpoint/2010/main" val="38491067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コンテンツ プレースホルダー 2"/>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10"/>
          </p:nvPr>
        </p:nvSpPr>
        <p:spPr/>
        <p:txBody>
          <a:bodyPr/>
          <a:lstStyle/>
          <a:p>
            <a:fld id="{0E02A643-9BB0-4E02-80B2-2C0A5E5D738E}" type="datetimeFigureOut">
              <a:rPr kumimoji="1" lang="ja-JP" altLang="en-US" smtClean="0"/>
              <a:t>2022/6/9</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A99D720A-4AD5-4DCF-885F-DE5297996123}" type="slidenum">
              <a:rPr kumimoji="1" lang="ja-JP" altLang="en-US" smtClean="0"/>
              <a:t>‹#›</a:t>
            </a:fld>
            <a:endParaRPr kumimoji="1" lang="ja-JP" altLang="en-US"/>
          </a:p>
        </p:txBody>
      </p:sp>
    </p:spTree>
    <p:extLst>
      <p:ext uri="{BB962C8B-B14F-4D97-AF65-F5344CB8AC3E}">
        <p14:creationId xmlns:p14="http://schemas.microsoft.com/office/powerpoint/2010/main" val="20405158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kumimoji="1" lang="ja-JP" altLang="en-US"/>
              <a:t>マスター テキストの書式設定</a:t>
            </a:r>
          </a:p>
        </p:txBody>
      </p:sp>
      <p:sp>
        <p:nvSpPr>
          <p:cNvPr id="4" name="日付プレースホルダー 3"/>
          <p:cNvSpPr>
            <a:spLocks noGrp="1"/>
          </p:cNvSpPr>
          <p:nvPr>
            <p:ph type="dt" sz="half" idx="10"/>
          </p:nvPr>
        </p:nvSpPr>
        <p:spPr/>
        <p:txBody>
          <a:bodyPr/>
          <a:lstStyle/>
          <a:p>
            <a:fld id="{0E02A643-9BB0-4E02-80B2-2C0A5E5D738E}" type="datetimeFigureOut">
              <a:rPr kumimoji="1" lang="ja-JP" altLang="en-US" smtClean="0"/>
              <a:t>2022/6/9</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A99D720A-4AD5-4DCF-885F-DE5297996123}" type="slidenum">
              <a:rPr kumimoji="1" lang="ja-JP" altLang="en-US" smtClean="0"/>
              <a:t>‹#›</a:t>
            </a:fld>
            <a:endParaRPr kumimoji="1" lang="ja-JP" altLang="en-US"/>
          </a:p>
        </p:txBody>
      </p:sp>
    </p:spTree>
    <p:extLst>
      <p:ext uri="{BB962C8B-B14F-4D97-AF65-F5344CB8AC3E}">
        <p14:creationId xmlns:p14="http://schemas.microsoft.com/office/powerpoint/2010/main" val="408390478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コンテンツ プレースホルダー 2"/>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p:cNvSpPr>
            <a:spLocks noGrp="1"/>
          </p:cNvSpPr>
          <p:nvPr>
            <p:ph type="dt" sz="half" idx="10"/>
          </p:nvPr>
        </p:nvSpPr>
        <p:spPr/>
        <p:txBody>
          <a:bodyPr/>
          <a:lstStyle/>
          <a:p>
            <a:fld id="{0E02A643-9BB0-4E02-80B2-2C0A5E5D738E}" type="datetimeFigureOut">
              <a:rPr kumimoji="1" lang="ja-JP" altLang="en-US" smtClean="0"/>
              <a:t>2022/6/9</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A99D720A-4AD5-4DCF-885F-DE5297996123}" type="slidenum">
              <a:rPr kumimoji="1" lang="ja-JP" altLang="en-US" smtClean="0"/>
              <a:t>‹#›</a:t>
            </a:fld>
            <a:endParaRPr kumimoji="1" lang="ja-JP" altLang="en-US"/>
          </a:p>
        </p:txBody>
      </p:sp>
    </p:spTree>
    <p:extLst>
      <p:ext uri="{BB962C8B-B14F-4D97-AF65-F5344CB8AC3E}">
        <p14:creationId xmlns:p14="http://schemas.microsoft.com/office/powerpoint/2010/main" val="139540298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p:cNvSpPr>
            <a:spLocks noGrp="1"/>
          </p:cNvSpPr>
          <p:nvPr>
            <p:ph type="dt" sz="half" idx="10"/>
          </p:nvPr>
        </p:nvSpPr>
        <p:spPr/>
        <p:txBody>
          <a:bodyPr/>
          <a:lstStyle/>
          <a:p>
            <a:fld id="{0E02A643-9BB0-4E02-80B2-2C0A5E5D738E}" type="datetimeFigureOut">
              <a:rPr kumimoji="1" lang="ja-JP" altLang="en-US" smtClean="0"/>
              <a:t>2022/6/9</a:t>
            </a:fld>
            <a:endParaRPr kumimoji="1" lang="ja-JP" altLang="en-US"/>
          </a:p>
        </p:txBody>
      </p:sp>
      <p:sp>
        <p:nvSpPr>
          <p:cNvPr id="8" name="フッター プレースホルダー 7"/>
          <p:cNvSpPr>
            <a:spLocks noGrp="1"/>
          </p:cNvSpPr>
          <p:nvPr>
            <p:ph type="ftr" sz="quarter" idx="11"/>
          </p:nvPr>
        </p:nvSpPr>
        <p:spPr/>
        <p:txBody>
          <a:bodyPr/>
          <a:lstStyle/>
          <a:p>
            <a:endParaRPr kumimoji="1" lang="ja-JP" altLang="en-US"/>
          </a:p>
        </p:txBody>
      </p:sp>
      <p:sp>
        <p:nvSpPr>
          <p:cNvPr id="9" name="スライド番号プレースホルダー 8"/>
          <p:cNvSpPr>
            <a:spLocks noGrp="1"/>
          </p:cNvSpPr>
          <p:nvPr>
            <p:ph type="sldNum" sz="quarter" idx="12"/>
          </p:nvPr>
        </p:nvSpPr>
        <p:spPr/>
        <p:txBody>
          <a:bodyPr/>
          <a:lstStyle/>
          <a:p>
            <a:fld id="{A99D720A-4AD5-4DCF-885F-DE5297996123}" type="slidenum">
              <a:rPr kumimoji="1" lang="ja-JP" altLang="en-US" smtClean="0"/>
              <a:t>‹#›</a:t>
            </a:fld>
            <a:endParaRPr kumimoji="1" lang="ja-JP" altLang="en-US"/>
          </a:p>
        </p:txBody>
      </p:sp>
    </p:spTree>
    <p:extLst>
      <p:ext uri="{BB962C8B-B14F-4D97-AF65-F5344CB8AC3E}">
        <p14:creationId xmlns:p14="http://schemas.microsoft.com/office/powerpoint/2010/main" val="7978849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日付プレースホルダー 2"/>
          <p:cNvSpPr>
            <a:spLocks noGrp="1"/>
          </p:cNvSpPr>
          <p:nvPr>
            <p:ph type="dt" sz="half" idx="10"/>
          </p:nvPr>
        </p:nvSpPr>
        <p:spPr/>
        <p:txBody>
          <a:bodyPr/>
          <a:lstStyle/>
          <a:p>
            <a:fld id="{0E02A643-9BB0-4E02-80B2-2C0A5E5D738E}" type="datetimeFigureOut">
              <a:rPr kumimoji="1" lang="ja-JP" altLang="en-US" smtClean="0"/>
              <a:t>2022/6/9</a:t>
            </a:fld>
            <a:endParaRPr kumimoji="1" lang="ja-JP" altLang="en-US"/>
          </a:p>
        </p:txBody>
      </p:sp>
      <p:sp>
        <p:nvSpPr>
          <p:cNvPr id="4" name="フッター プレースホルダー 3"/>
          <p:cNvSpPr>
            <a:spLocks noGrp="1"/>
          </p:cNvSpPr>
          <p:nvPr>
            <p:ph type="ftr" sz="quarter" idx="11"/>
          </p:nvPr>
        </p:nvSpPr>
        <p:spPr/>
        <p:txBody>
          <a:bodyPr/>
          <a:lstStyle/>
          <a:p>
            <a:endParaRPr kumimoji="1" lang="ja-JP" altLang="en-US"/>
          </a:p>
        </p:txBody>
      </p:sp>
      <p:sp>
        <p:nvSpPr>
          <p:cNvPr id="5" name="スライド番号プレースホルダー 4"/>
          <p:cNvSpPr>
            <a:spLocks noGrp="1"/>
          </p:cNvSpPr>
          <p:nvPr>
            <p:ph type="sldNum" sz="quarter" idx="12"/>
          </p:nvPr>
        </p:nvSpPr>
        <p:spPr/>
        <p:txBody>
          <a:bodyPr/>
          <a:lstStyle/>
          <a:p>
            <a:fld id="{A99D720A-4AD5-4DCF-885F-DE5297996123}" type="slidenum">
              <a:rPr kumimoji="1" lang="ja-JP" altLang="en-US" smtClean="0"/>
              <a:t>‹#›</a:t>
            </a:fld>
            <a:endParaRPr kumimoji="1" lang="ja-JP" altLang="en-US"/>
          </a:p>
        </p:txBody>
      </p:sp>
    </p:spTree>
    <p:extLst>
      <p:ext uri="{BB962C8B-B14F-4D97-AF65-F5344CB8AC3E}">
        <p14:creationId xmlns:p14="http://schemas.microsoft.com/office/powerpoint/2010/main" val="53958886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p:cNvSpPr>
            <a:spLocks noGrp="1"/>
          </p:cNvSpPr>
          <p:nvPr>
            <p:ph type="dt" sz="half" idx="10"/>
          </p:nvPr>
        </p:nvSpPr>
        <p:spPr/>
        <p:txBody>
          <a:bodyPr/>
          <a:lstStyle/>
          <a:p>
            <a:fld id="{0E02A643-9BB0-4E02-80B2-2C0A5E5D738E}" type="datetimeFigureOut">
              <a:rPr kumimoji="1" lang="ja-JP" altLang="en-US" smtClean="0"/>
              <a:t>2022/6/9</a:t>
            </a:fld>
            <a:endParaRPr kumimoji="1" lang="ja-JP" altLang="en-US"/>
          </a:p>
        </p:txBody>
      </p:sp>
      <p:sp>
        <p:nvSpPr>
          <p:cNvPr id="3" name="フッター プレースホルダー 2"/>
          <p:cNvSpPr>
            <a:spLocks noGrp="1"/>
          </p:cNvSpPr>
          <p:nvPr>
            <p:ph type="ftr" sz="quarter" idx="11"/>
          </p:nvPr>
        </p:nvSpPr>
        <p:spPr/>
        <p:txBody>
          <a:bodyPr/>
          <a:lstStyle/>
          <a:p>
            <a:endParaRPr kumimoji="1" lang="ja-JP" altLang="en-US"/>
          </a:p>
        </p:txBody>
      </p:sp>
      <p:sp>
        <p:nvSpPr>
          <p:cNvPr id="4" name="スライド番号プレースホルダー 3"/>
          <p:cNvSpPr>
            <a:spLocks noGrp="1"/>
          </p:cNvSpPr>
          <p:nvPr>
            <p:ph type="sldNum" sz="quarter" idx="12"/>
          </p:nvPr>
        </p:nvSpPr>
        <p:spPr/>
        <p:txBody>
          <a:bodyPr/>
          <a:lstStyle/>
          <a:p>
            <a:fld id="{A99D720A-4AD5-4DCF-885F-DE5297996123}" type="slidenum">
              <a:rPr kumimoji="1" lang="ja-JP" altLang="en-US" smtClean="0"/>
              <a:t>‹#›</a:t>
            </a:fld>
            <a:endParaRPr kumimoji="1" lang="ja-JP" altLang="en-US"/>
          </a:p>
        </p:txBody>
      </p:sp>
    </p:spTree>
    <p:extLst>
      <p:ext uri="{BB962C8B-B14F-4D97-AF65-F5344CB8AC3E}">
        <p14:creationId xmlns:p14="http://schemas.microsoft.com/office/powerpoint/2010/main" val="204286081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10;コンテンツ">
    <p:spTree>
      <p:nvGrpSpPr>
        <p:cNvPr id="1" name=""/>
        <p:cNvGrpSpPr/>
        <p:nvPr/>
      </p:nvGrpSpPr>
      <p:grpSpPr>
        <a:xfrm>
          <a:off x="0" y="0"/>
          <a:ext cx="0" cy="0"/>
          <a:chOff x="0" y="0"/>
          <a:chExt cx="0" cy="0"/>
        </a:xfrm>
      </p:grpSpPr>
      <p:sp>
        <p:nvSpPr>
          <p:cNvPr id="2" name="タイトル 1"/>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p:cNvSpPr>
            <a:spLocks noGrp="1"/>
          </p:cNvSpPr>
          <p:nvPr>
            <p:ph type="dt" sz="half" idx="10"/>
          </p:nvPr>
        </p:nvSpPr>
        <p:spPr/>
        <p:txBody>
          <a:bodyPr/>
          <a:lstStyle/>
          <a:p>
            <a:fld id="{0E02A643-9BB0-4E02-80B2-2C0A5E5D738E}" type="datetimeFigureOut">
              <a:rPr kumimoji="1" lang="ja-JP" altLang="en-US" smtClean="0"/>
              <a:t>2022/6/9</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A99D720A-4AD5-4DCF-885F-DE5297996123}" type="slidenum">
              <a:rPr kumimoji="1" lang="ja-JP" altLang="en-US" smtClean="0"/>
              <a:t>‹#›</a:t>
            </a:fld>
            <a:endParaRPr kumimoji="1" lang="ja-JP" altLang="en-US"/>
          </a:p>
        </p:txBody>
      </p:sp>
    </p:spTree>
    <p:extLst>
      <p:ext uri="{BB962C8B-B14F-4D97-AF65-F5344CB8AC3E}">
        <p14:creationId xmlns:p14="http://schemas.microsoft.com/office/powerpoint/2010/main" val="388845109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p:cNvSpPr>
            <a:spLocks noGrp="1"/>
          </p:cNvSpPr>
          <p:nvPr>
            <p:ph type="dt" sz="half" idx="10"/>
          </p:nvPr>
        </p:nvSpPr>
        <p:spPr/>
        <p:txBody>
          <a:bodyPr/>
          <a:lstStyle/>
          <a:p>
            <a:fld id="{0E02A643-9BB0-4E02-80B2-2C0A5E5D738E}" type="datetimeFigureOut">
              <a:rPr kumimoji="1" lang="ja-JP" altLang="en-US" smtClean="0"/>
              <a:t>2022/6/9</a:t>
            </a:fld>
            <a:endParaRPr kumimoji="1" lang="ja-JP" altLang="en-US"/>
          </a:p>
        </p:txBody>
      </p:sp>
      <p:sp>
        <p:nvSpPr>
          <p:cNvPr id="6" name="フッター プレースホルダー 5"/>
          <p:cNvSpPr>
            <a:spLocks noGrp="1"/>
          </p:cNvSpPr>
          <p:nvPr>
            <p:ph type="ftr" sz="quarter" idx="11"/>
          </p:nvPr>
        </p:nvSpPr>
        <p:spPr/>
        <p:txBody>
          <a:bodyPr/>
          <a:lstStyle/>
          <a:p>
            <a:endParaRPr kumimoji="1" lang="ja-JP" altLang="en-US"/>
          </a:p>
        </p:txBody>
      </p:sp>
      <p:sp>
        <p:nvSpPr>
          <p:cNvPr id="7" name="スライド番号プレースホルダー 6"/>
          <p:cNvSpPr>
            <a:spLocks noGrp="1"/>
          </p:cNvSpPr>
          <p:nvPr>
            <p:ph type="sldNum" sz="quarter" idx="12"/>
          </p:nvPr>
        </p:nvSpPr>
        <p:spPr/>
        <p:txBody>
          <a:bodyPr/>
          <a:lstStyle/>
          <a:p>
            <a:fld id="{A99D720A-4AD5-4DCF-885F-DE5297996123}" type="slidenum">
              <a:rPr kumimoji="1" lang="ja-JP" altLang="en-US" smtClean="0"/>
              <a:t>‹#›</a:t>
            </a:fld>
            <a:endParaRPr kumimoji="1" lang="ja-JP" altLang="en-US"/>
          </a:p>
        </p:txBody>
      </p:sp>
    </p:spTree>
    <p:extLst>
      <p:ext uri="{BB962C8B-B14F-4D97-AF65-F5344CB8AC3E}">
        <p14:creationId xmlns:p14="http://schemas.microsoft.com/office/powerpoint/2010/main" val="218938791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10;縦書きテキスト">
    <p:spTree>
      <p:nvGrpSpPr>
        <p:cNvPr id="1" name=""/>
        <p:cNvGrpSpPr/>
        <p:nvPr/>
      </p:nvGrpSpPr>
      <p:grpSpPr>
        <a:xfrm>
          <a:off x="0" y="0"/>
          <a:ext cx="0" cy="0"/>
          <a:chOff x="0" y="0"/>
          <a:chExt cx="0" cy="0"/>
        </a:xfrm>
      </p:grpSpPr>
      <p:sp>
        <p:nvSpPr>
          <p:cNvPr id="2" name="タイトル 1"/>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10"/>
          </p:nvPr>
        </p:nvSpPr>
        <p:spPr/>
        <p:txBody>
          <a:bodyPr/>
          <a:lstStyle/>
          <a:p>
            <a:fld id="{0E02A643-9BB0-4E02-80B2-2C0A5E5D738E}" type="datetimeFigureOut">
              <a:rPr kumimoji="1" lang="ja-JP" altLang="en-US" smtClean="0"/>
              <a:t>2022/6/9</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A99D720A-4AD5-4DCF-885F-DE5297996123}" type="slidenum">
              <a:rPr kumimoji="1" lang="ja-JP" altLang="en-US" smtClean="0"/>
              <a:t>‹#›</a:t>
            </a:fld>
            <a:endParaRPr kumimoji="1" lang="ja-JP" altLang="en-US"/>
          </a:p>
        </p:txBody>
      </p:sp>
    </p:spTree>
    <p:extLst>
      <p:ext uri="{BB962C8B-B14F-4D97-AF65-F5344CB8AC3E}">
        <p14:creationId xmlns:p14="http://schemas.microsoft.com/office/powerpoint/2010/main" val="257574710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10"/>
          </p:nvPr>
        </p:nvSpPr>
        <p:spPr/>
        <p:txBody>
          <a:bodyPr/>
          <a:lstStyle/>
          <a:p>
            <a:fld id="{0E02A643-9BB0-4E02-80B2-2C0A5E5D738E}" type="datetimeFigureOut">
              <a:rPr kumimoji="1" lang="ja-JP" altLang="en-US" smtClean="0"/>
              <a:t>2022/6/9</a:t>
            </a:fld>
            <a:endParaRPr kumimoji="1" lang="ja-JP" altLang="en-US"/>
          </a:p>
        </p:txBody>
      </p:sp>
      <p:sp>
        <p:nvSpPr>
          <p:cNvPr id="5" name="フッター プレースホルダー 4"/>
          <p:cNvSpPr>
            <a:spLocks noGrp="1"/>
          </p:cNvSpPr>
          <p:nvPr>
            <p:ph type="ftr" sz="quarter" idx="11"/>
          </p:nvPr>
        </p:nvSpPr>
        <p:spPr/>
        <p:txBody>
          <a:bodyPr/>
          <a:lstStyle/>
          <a:p>
            <a:endParaRPr kumimoji="1" lang="ja-JP" altLang="en-US"/>
          </a:p>
        </p:txBody>
      </p:sp>
      <p:sp>
        <p:nvSpPr>
          <p:cNvPr id="6" name="スライド番号プレースホルダー 5"/>
          <p:cNvSpPr>
            <a:spLocks noGrp="1"/>
          </p:cNvSpPr>
          <p:nvPr>
            <p:ph type="sldNum" sz="quarter" idx="12"/>
          </p:nvPr>
        </p:nvSpPr>
        <p:spPr/>
        <p:txBody>
          <a:bodyPr/>
          <a:lstStyle/>
          <a:p>
            <a:fld id="{A99D720A-4AD5-4DCF-885F-DE5297996123}" type="slidenum">
              <a:rPr kumimoji="1" lang="ja-JP" altLang="en-US" smtClean="0"/>
              <a:t>‹#›</a:t>
            </a:fld>
            <a:endParaRPr kumimoji="1" lang="ja-JP" altLang="en-US"/>
          </a:p>
        </p:txBody>
      </p:sp>
    </p:spTree>
    <p:extLst>
      <p:ext uri="{BB962C8B-B14F-4D97-AF65-F5344CB8AC3E}">
        <p14:creationId xmlns:p14="http://schemas.microsoft.com/office/powerpoint/2010/main" val="295086672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E02A643-9BB0-4E02-80B2-2C0A5E5D738E}" type="datetimeFigureOut">
              <a:rPr kumimoji="1" lang="ja-JP" altLang="en-US" smtClean="0"/>
              <a:t>2022/6/9</a:t>
            </a:fld>
            <a:endParaRPr kumimoji="1" lang="ja-JP" altLang="en-US"/>
          </a:p>
        </p:txBody>
      </p:sp>
      <p:sp>
        <p:nvSpPr>
          <p:cNvPr id="5" name="フッター プレースホルダー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kumimoji="1" lang="ja-JP" altLang="en-US"/>
          </a:p>
        </p:txBody>
      </p:sp>
      <p:sp>
        <p:nvSpPr>
          <p:cNvPr id="6" name="スライド番号プレースホルダー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A99D720A-4AD5-4DCF-885F-DE5297996123}" type="slidenum">
              <a:rPr kumimoji="1" lang="ja-JP" altLang="en-US" smtClean="0"/>
              <a:t>‹#›</a:t>
            </a:fld>
            <a:endParaRPr kumimoji="1" lang="ja-JP" altLang="en-US"/>
          </a:p>
        </p:txBody>
      </p:sp>
    </p:spTree>
    <p:extLst>
      <p:ext uri="{BB962C8B-B14F-4D97-AF65-F5344CB8AC3E}">
        <p14:creationId xmlns:p14="http://schemas.microsoft.com/office/powerpoint/2010/main" val="2907289730"/>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1.m4a"/><Relationship Id="rId1" Type="http://schemas.microsoft.com/office/2007/relationships/media" Target="../media/media1.m4a"/><Relationship Id="rId4" Type="http://schemas.openxmlformats.org/officeDocument/2006/relationships/image" Target="../media/image1.png"/></Relationships>
</file>

<file path=ppt/slides/_rels/slide2.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1.xml"/><Relationship Id="rId7" Type="http://schemas.openxmlformats.org/officeDocument/2006/relationships/image" Target="../media/image4.jpeg"/><Relationship Id="rId2" Type="http://schemas.openxmlformats.org/officeDocument/2006/relationships/audio" Target="../media/media2.m4a"/><Relationship Id="rId1" Type="http://schemas.microsoft.com/office/2007/relationships/media" Target="../media/media2.m4a"/><Relationship Id="rId6" Type="http://schemas.openxmlformats.org/officeDocument/2006/relationships/hyperlink" Target="https://www.flickr.com/photos/o-heda/50280295088/" TargetMode="External"/><Relationship Id="rId5" Type="http://schemas.openxmlformats.org/officeDocument/2006/relationships/image" Target="../media/image3.jpeg"/><Relationship Id="rId4" Type="http://schemas.openxmlformats.org/officeDocument/2006/relationships/image" Target="../media/image2.jpeg"/></Relationships>
</file>

<file path=ppt/slides/_rels/slide3.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2.xml"/><Relationship Id="rId7" Type="http://schemas.openxmlformats.org/officeDocument/2006/relationships/hyperlink" Target="https://en.wikipedia.org/wiki/Shennong" TargetMode="External"/><Relationship Id="rId2" Type="http://schemas.openxmlformats.org/officeDocument/2006/relationships/audio" Target="../media/media3.m4a"/><Relationship Id="rId1" Type="http://schemas.microsoft.com/office/2007/relationships/media" Target="../media/media3.m4a"/><Relationship Id="rId6" Type="http://schemas.openxmlformats.org/officeDocument/2006/relationships/image" Target="../media/image6.jpeg"/><Relationship Id="rId5" Type="http://schemas.openxmlformats.org/officeDocument/2006/relationships/hyperlink" Target="https://www.flickr.com/photos/mutolisp/26688839849" TargetMode="External"/><Relationship Id="rId4" Type="http://schemas.openxmlformats.org/officeDocument/2006/relationships/image" Target="../media/image5.jpeg"/></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4.m4a"/><Relationship Id="rId1" Type="http://schemas.microsoft.com/office/2007/relationships/media" Target="../media/media4.m4a"/><Relationship Id="rId4" Type="http://schemas.openxmlformats.org/officeDocument/2006/relationships/image" Target="../media/image1.png"/></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5.m4a"/><Relationship Id="rId1" Type="http://schemas.microsoft.com/office/2007/relationships/media" Target="../media/media5.m4a"/><Relationship Id="rId4" Type="http://schemas.openxmlformats.org/officeDocument/2006/relationships/image" Target="../media/image1.png"/></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audio" Target="../media/media6.m4a"/><Relationship Id="rId1" Type="http://schemas.microsoft.com/office/2007/relationships/media" Target="../media/media6.m4a"/><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8" Type="http://schemas.openxmlformats.org/officeDocument/2006/relationships/image" Target="../media/image1.png"/><Relationship Id="rId3" Type="http://schemas.openxmlformats.org/officeDocument/2006/relationships/slideLayout" Target="../slideLayouts/slideLayout2.xml"/><Relationship Id="rId7" Type="http://schemas.openxmlformats.org/officeDocument/2006/relationships/hyperlink" Target="http://contest.japias.jp/tqj19/190324/02/index.html" TargetMode="External"/><Relationship Id="rId2" Type="http://schemas.openxmlformats.org/officeDocument/2006/relationships/audio" Target="../media/media7.m4a"/><Relationship Id="rId1" Type="http://schemas.microsoft.com/office/2007/relationships/media" Target="../media/media7.m4a"/><Relationship Id="rId6" Type="http://schemas.openxmlformats.org/officeDocument/2006/relationships/image" Target="../media/image9.jpeg"/><Relationship Id="rId5" Type="http://schemas.openxmlformats.org/officeDocument/2006/relationships/image" Target="../media/image8.jpeg"/><Relationship Id="rId4" Type="http://schemas.openxmlformats.org/officeDocument/2006/relationships/image" Target="../media/image7.jpeg"/></Relationships>
</file>

<file path=ppt/slides/_rels/slide8.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slideLayout" Target="../slideLayouts/slideLayout2.xml"/><Relationship Id="rId7" Type="http://schemas.openxmlformats.org/officeDocument/2006/relationships/diagramColors" Target="../diagrams/colors1.xml"/><Relationship Id="rId2" Type="http://schemas.openxmlformats.org/officeDocument/2006/relationships/audio" Target="../media/media8.m4a"/><Relationship Id="rId1" Type="http://schemas.microsoft.com/office/2007/relationships/media" Target="../media/media8.m4a"/><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 Id="rId9" Type="http://schemas.openxmlformats.org/officeDocument/2006/relationships/image" Target="../media/image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8EC673-7A99-6D4A-9096-DD4E0E48EDCC}"/>
              </a:ext>
            </a:extLst>
          </p:cNvPr>
          <p:cNvSpPr>
            <a:spLocks noGrp="1"/>
          </p:cNvSpPr>
          <p:nvPr>
            <p:ph type="title"/>
          </p:nvPr>
        </p:nvSpPr>
        <p:spPr>
          <a:xfrm>
            <a:off x="838200" y="497299"/>
            <a:ext cx="10515600" cy="966315"/>
          </a:xfrm>
          <a:solidFill>
            <a:schemeClr val="accent1">
              <a:lumMod val="60000"/>
              <a:lumOff val="40000"/>
            </a:schemeClr>
          </a:solidFill>
        </p:spPr>
        <p:txBody>
          <a:bodyPr>
            <a:normAutofit/>
          </a:bodyPr>
          <a:lstStyle/>
          <a:p>
            <a:r>
              <a:rPr lang="ja-JP" altLang="en-US" sz="4000" b="1">
                <a:solidFill>
                  <a:schemeClr val="bg1"/>
                </a:solidFill>
                <a:latin typeface="MS PGothic"/>
                <a:ea typeface="MS PGothic"/>
                <a:cs typeface="Calibri Light"/>
              </a:rPr>
              <a:t>　　　　　　　　　　お茶への招待</a:t>
            </a:r>
          </a:p>
        </p:txBody>
      </p:sp>
      <p:sp>
        <p:nvSpPr>
          <p:cNvPr id="3" name="Content Placeholder 2">
            <a:extLst>
              <a:ext uri="{FF2B5EF4-FFF2-40B4-BE49-F238E27FC236}">
                <a16:creationId xmlns:a16="http://schemas.microsoft.com/office/drawing/2014/main" id="{0DC8B6A2-F6A6-2F2D-37D1-4B9A81F3E650}"/>
              </a:ext>
            </a:extLst>
          </p:cNvPr>
          <p:cNvSpPr>
            <a:spLocks noGrp="1"/>
          </p:cNvSpPr>
          <p:nvPr>
            <p:ph idx="1"/>
          </p:nvPr>
        </p:nvSpPr>
        <p:spPr>
          <a:xfrm>
            <a:off x="838200" y="1893455"/>
            <a:ext cx="10515600" cy="4283508"/>
          </a:xfrm>
        </p:spPr>
        <p:txBody>
          <a:bodyPr vert="horz" lIns="91440" tIns="45720" rIns="91440" bIns="45720" rtlCol="0" anchor="t">
            <a:normAutofit/>
          </a:bodyPr>
          <a:lstStyle/>
          <a:p>
            <a:pPr marL="0" indent="0">
              <a:buNone/>
            </a:pPr>
            <a:r>
              <a:rPr lang="ja-JP" altLang="en-US" dirty="0">
                <a:latin typeface="MS PGothic"/>
                <a:ea typeface="MS PGothic"/>
                <a:cs typeface="Calibri"/>
              </a:rPr>
              <a:t>【</a:t>
            </a:r>
            <a:r>
              <a:rPr lang="ja-JP" dirty="0">
                <a:latin typeface="MS PGothic"/>
                <a:ea typeface="MS PGothic"/>
                <a:cs typeface="Calibri"/>
              </a:rPr>
              <a:t>所属学部</a:t>
            </a:r>
            <a:r>
              <a:rPr lang="ja-JP" altLang="en-US" dirty="0">
                <a:latin typeface="MS PGothic"/>
                <a:ea typeface="MS PGothic"/>
                <a:cs typeface="Calibri"/>
              </a:rPr>
              <a:t>】　情報科学部 情報科学科</a:t>
            </a:r>
            <a:endParaRPr lang="en-US" altLang="ja-JP" dirty="0"/>
          </a:p>
          <a:p>
            <a:pPr marL="0" indent="0">
              <a:buNone/>
            </a:pPr>
            <a:endParaRPr lang="ja-JP" altLang="en-US" dirty="0">
              <a:latin typeface="MS PGothic"/>
              <a:ea typeface="MS PGothic"/>
              <a:cs typeface="Calibri"/>
            </a:endParaRPr>
          </a:p>
          <a:p>
            <a:pPr marL="0" indent="0">
              <a:buNone/>
            </a:pPr>
            <a:r>
              <a:rPr lang="ja-JP" altLang="en-US" dirty="0">
                <a:latin typeface="MS PGothic"/>
                <a:ea typeface="MS PGothic"/>
                <a:cs typeface="Calibri"/>
              </a:rPr>
              <a:t>【</a:t>
            </a:r>
            <a:r>
              <a:rPr lang="ja-JP" dirty="0">
                <a:latin typeface="MS PGothic"/>
                <a:ea typeface="MS PGothic"/>
                <a:cs typeface="Calibri"/>
              </a:rPr>
              <a:t>学年</a:t>
            </a:r>
            <a:r>
              <a:rPr lang="ja-JP" altLang="en-US" dirty="0">
                <a:latin typeface="MS PGothic"/>
                <a:ea typeface="MS PGothic"/>
                <a:cs typeface="Calibri"/>
              </a:rPr>
              <a:t>】　1年</a:t>
            </a:r>
            <a:endParaRPr lang="ja-JP" dirty="0"/>
          </a:p>
          <a:p>
            <a:pPr marL="0" indent="0">
              <a:buNone/>
            </a:pPr>
            <a:endParaRPr lang="ja-JP" altLang="en-US" dirty="0">
              <a:latin typeface="MS PGothic"/>
              <a:ea typeface="MS PGothic"/>
              <a:cs typeface="Calibri"/>
            </a:endParaRPr>
          </a:p>
          <a:p>
            <a:pPr marL="0" indent="0">
              <a:buNone/>
            </a:pPr>
            <a:r>
              <a:rPr lang="ja-JP" altLang="en-US" dirty="0">
                <a:latin typeface="MS PGothic"/>
                <a:ea typeface="MS PGothic"/>
                <a:cs typeface="Calibri"/>
              </a:rPr>
              <a:t>【</a:t>
            </a:r>
            <a:r>
              <a:rPr lang="ja-JP" dirty="0">
                <a:latin typeface="MS PGothic"/>
                <a:ea typeface="MS PGothic"/>
                <a:cs typeface="Calibri"/>
              </a:rPr>
              <a:t>学籍番号</a:t>
            </a:r>
            <a:r>
              <a:rPr lang="ja-JP" altLang="en-US" dirty="0">
                <a:latin typeface="MS PGothic"/>
                <a:ea typeface="MS PGothic"/>
                <a:cs typeface="Calibri"/>
              </a:rPr>
              <a:t>】　2022311042</a:t>
            </a:r>
            <a:endParaRPr lang="en-US" altLang="ja-JP" dirty="0">
              <a:latin typeface="MS PGothic"/>
              <a:ea typeface="MS PGothic"/>
              <a:cs typeface="Calibri"/>
            </a:endParaRPr>
          </a:p>
          <a:p>
            <a:pPr marL="0" indent="0">
              <a:buNone/>
            </a:pPr>
            <a:endParaRPr lang="en-US" altLang="ja-JP" dirty="0">
              <a:latin typeface="MS PGothic"/>
              <a:ea typeface="MS PGothic"/>
              <a:cs typeface="Calibri"/>
            </a:endParaRPr>
          </a:p>
          <a:p>
            <a:pPr marL="0" indent="0">
              <a:buNone/>
            </a:pPr>
            <a:r>
              <a:rPr lang="en-US" altLang="ja-JP" dirty="0">
                <a:latin typeface="MS PGothic"/>
                <a:ea typeface="MS PGothic"/>
                <a:cs typeface="Calibri"/>
              </a:rPr>
              <a:t>【</a:t>
            </a:r>
            <a:r>
              <a:rPr lang="ja-JP" altLang="en-US" dirty="0">
                <a:latin typeface="MS PGothic"/>
                <a:ea typeface="MS PGothic"/>
                <a:cs typeface="Calibri"/>
              </a:rPr>
              <a:t>名前</a:t>
            </a:r>
            <a:r>
              <a:rPr lang="en-US" altLang="ja-JP" dirty="0">
                <a:latin typeface="MS PGothic"/>
                <a:ea typeface="MS PGothic"/>
                <a:cs typeface="Calibri"/>
              </a:rPr>
              <a:t>】</a:t>
            </a:r>
            <a:r>
              <a:rPr lang="ja-JP" altLang="en-US">
                <a:latin typeface="MS PGothic"/>
                <a:ea typeface="MS PGothic"/>
                <a:cs typeface="Calibri"/>
              </a:rPr>
              <a:t>　神野　友哉</a:t>
            </a:r>
            <a:endParaRPr lang="ja-JP" altLang="en-US" dirty="0">
              <a:latin typeface="MS PGothic"/>
              <a:ea typeface="MS PGothic"/>
              <a:cs typeface="Calibri"/>
            </a:endParaRPr>
          </a:p>
          <a:p>
            <a:pPr marL="0" indent="0">
              <a:buNone/>
            </a:pPr>
            <a:endParaRPr lang="ja-JP" altLang="en-US" dirty="0">
              <a:ea typeface="ＭＳ Ｐゴシック"/>
              <a:cs typeface="Calibri"/>
            </a:endParaRPr>
          </a:p>
        </p:txBody>
      </p:sp>
      <p:pic>
        <p:nvPicPr>
          <p:cNvPr id="5" name="オーディオ 4">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11552238" y="6218238"/>
            <a:ext cx="487362" cy="487362"/>
          </a:xfrm>
          <a:prstGeom prst="rect">
            <a:avLst/>
          </a:prstGeom>
        </p:spPr>
      </p:pic>
    </p:spTree>
    <p:extLst>
      <p:ext uri="{BB962C8B-B14F-4D97-AF65-F5344CB8AC3E}">
        <p14:creationId xmlns:p14="http://schemas.microsoft.com/office/powerpoint/2010/main" val="2522079660"/>
      </p:ext>
    </p:extLst>
  </p:cSld>
  <p:clrMapOvr>
    <a:masterClrMapping/>
  </p:clrMapOvr>
  <mc:AlternateContent xmlns:mc="http://schemas.openxmlformats.org/markup-compatibility/2006" xmlns:p14="http://schemas.microsoft.com/office/powerpoint/2010/main">
    <mc:Choice Requires="p14">
      <p:transition spd="slow" p14:dur="2000" advTm="12983"/>
    </mc:Choice>
    <mc:Fallback xmlns="">
      <p:transition spd="slow" advTm="12983"/>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mute="1" showWhenStopped="0">
                <p:cTn id="7" fill="hold" display="0">
                  <p:stCondLst>
                    <p:cond delay="indefinite"/>
                  </p:stCondLst>
                  <p:endCondLst>
                    <p:cond evt="onStopAudio" delay="0">
                      <p:tgtEl>
                        <p:sldTgt/>
                      </p:tgtEl>
                    </p:cond>
                  </p:endCondLst>
                </p:cTn>
                <p:tgtEl>
                  <p:spTgt spid="5"/>
                </p:tgtEl>
              </p:cMediaNode>
            </p:audio>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1"/>
          <p:cNvSpPr>
            <a:spLocks noGrp="1"/>
          </p:cNvSpPr>
          <p:nvPr>
            <p:ph type="ctrTitle"/>
          </p:nvPr>
        </p:nvSpPr>
        <p:spPr/>
        <p:txBody>
          <a:bodyPr>
            <a:normAutofit fontScale="90000"/>
          </a:bodyPr>
          <a:lstStyle/>
          <a:p>
            <a:br>
              <a:rPr lang="ja-JP" altLang="en-US">
                <a:ea typeface="ＭＳ Ｐゴシック"/>
                <a:cs typeface="Calibri Light"/>
              </a:rPr>
            </a:br>
            <a:br>
              <a:rPr lang="ja-JP" altLang="en-US">
                <a:ea typeface="ＭＳ Ｐゴシック"/>
                <a:cs typeface="Calibri Light"/>
              </a:rPr>
            </a:br>
            <a:endParaRPr lang="ja-JP" altLang="en-US">
              <a:ea typeface="ＭＳ Ｐゴシック"/>
              <a:cs typeface="Calibri Light"/>
            </a:endParaRPr>
          </a:p>
        </p:txBody>
      </p:sp>
      <p:sp>
        <p:nvSpPr>
          <p:cNvPr id="3" name="サブタイトル 2"/>
          <p:cNvSpPr>
            <a:spLocks noGrp="1"/>
          </p:cNvSpPr>
          <p:nvPr>
            <p:ph type="subTitle" idx="1"/>
          </p:nvPr>
        </p:nvSpPr>
        <p:spPr>
          <a:xfrm>
            <a:off x="-58615" y="-2620963"/>
            <a:ext cx="9144000" cy="2222378"/>
          </a:xfrm>
        </p:spPr>
        <p:txBody>
          <a:bodyPr vert="horz" lIns="91440" tIns="45720" rIns="91440" bIns="45720" rtlCol="0" anchor="t">
            <a:normAutofit/>
          </a:bodyPr>
          <a:lstStyle/>
          <a:p>
            <a:endParaRPr lang="ja-JP" altLang="en-US">
              <a:ea typeface="ＭＳ Ｐゴシック" panose="020B0600070205080204" pitchFamily="34" charset="-128"/>
              <a:cs typeface="Calibri"/>
            </a:endParaRPr>
          </a:p>
        </p:txBody>
      </p:sp>
      <p:sp>
        <p:nvSpPr>
          <p:cNvPr id="4" name="TextBox 3">
            <a:extLst>
              <a:ext uri="{FF2B5EF4-FFF2-40B4-BE49-F238E27FC236}">
                <a16:creationId xmlns:a16="http://schemas.microsoft.com/office/drawing/2014/main" id="{0635732E-D22D-03EC-A9E1-AB25029CEA36}"/>
              </a:ext>
            </a:extLst>
          </p:cNvPr>
          <p:cNvSpPr txBox="1"/>
          <p:nvPr/>
        </p:nvSpPr>
        <p:spPr>
          <a:xfrm>
            <a:off x="1520093" y="742056"/>
            <a:ext cx="9151813" cy="126188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ja-JP" altLang="en-US" sz="3600">
                <a:solidFill>
                  <a:schemeClr val="accent1">
                    <a:lumMod val="60000"/>
                    <a:lumOff val="40000"/>
                  </a:schemeClr>
                </a:solidFill>
                <a:latin typeface="MS PGothic"/>
                <a:ea typeface="MS PGothic"/>
                <a:cs typeface="Calibri"/>
              </a:rPr>
              <a:t>皆さんは</a:t>
            </a:r>
            <a:r>
              <a:rPr lang="ja-JP" altLang="en-US" sz="4000" b="1">
                <a:solidFill>
                  <a:schemeClr val="accent1">
                    <a:lumMod val="60000"/>
                    <a:lumOff val="40000"/>
                  </a:schemeClr>
                </a:solidFill>
                <a:latin typeface="MS PGothic"/>
                <a:ea typeface="MS PGothic"/>
                <a:cs typeface="Calibri"/>
              </a:rPr>
              <a:t>お茶</a:t>
            </a:r>
            <a:r>
              <a:rPr lang="ja-JP" altLang="en-US" sz="3600">
                <a:solidFill>
                  <a:schemeClr val="accent1">
                    <a:lumMod val="60000"/>
                    <a:lumOff val="40000"/>
                  </a:schemeClr>
                </a:solidFill>
                <a:latin typeface="MS PGothic"/>
                <a:ea typeface="MS PGothic"/>
                <a:cs typeface="Calibri"/>
              </a:rPr>
              <a:t>について何か興味を持たれたことはありますか？</a:t>
            </a:r>
          </a:p>
        </p:txBody>
      </p:sp>
      <p:sp>
        <p:nvSpPr>
          <p:cNvPr id="5" name="TextBox 4">
            <a:extLst>
              <a:ext uri="{FF2B5EF4-FFF2-40B4-BE49-F238E27FC236}">
                <a16:creationId xmlns:a16="http://schemas.microsoft.com/office/drawing/2014/main" id="{B8F41399-18A8-3D4E-BDE4-B804FF8B113D}"/>
              </a:ext>
            </a:extLst>
          </p:cNvPr>
          <p:cNvSpPr txBox="1"/>
          <p:nvPr/>
        </p:nvSpPr>
        <p:spPr>
          <a:xfrm>
            <a:off x="1516430" y="2710672"/>
            <a:ext cx="9424982" cy="1015663"/>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ja-JP" altLang="en-US" sz="2800">
                <a:latin typeface="MS PGothic"/>
                <a:ea typeface="MS PGothic"/>
              </a:rPr>
              <a:t>今回のプレゼンによって、</a:t>
            </a:r>
            <a:r>
              <a:rPr lang="ja-JP" altLang="en-US" sz="3200" b="1">
                <a:solidFill>
                  <a:srgbClr val="00B050"/>
                </a:solidFill>
                <a:latin typeface="MS PGothic"/>
                <a:ea typeface="MS PGothic"/>
              </a:rPr>
              <a:t>お茶</a:t>
            </a:r>
            <a:r>
              <a:rPr lang="ja-JP" altLang="en-US" sz="2800">
                <a:latin typeface="MS PGothic"/>
                <a:ea typeface="MS PGothic"/>
              </a:rPr>
              <a:t>について少しでも関心をお持ちいただけたら幸いです。</a:t>
            </a:r>
            <a:endParaRPr lang="ja-JP" altLang="en-US" sz="2800">
              <a:latin typeface="MS PGothic"/>
              <a:ea typeface="MS PGothic"/>
              <a:cs typeface="Calibri"/>
            </a:endParaRPr>
          </a:p>
        </p:txBody>
      </p:sp>
      <p:pic>
        <p:nvPicPr>
          <p:cNvPr id="7" name="Picture 7" descr="お茶, カップ, テーブルの無料の写真素材">
            <a:extLst>
              <a:ext uri="{FF2B5EF4-FFF2-40B4-BE49-F238E27FC236}">
                <a16:creationId xmlns:a16="http://schemas.microsoft.com/office/drawing/2014/main" id="{B5246604-3D42-1214-C35A-775BC1D08B45}"/>
              </a:ext>
            </a:extLst>
          </p:cNvPr>
          <p:cNvPicPr>
            <a:picLocks noChangeAspect="1"/>
          </p:cNvPicPr>
          <p:nvPr/>
        </p:nvPicPr>
        <p:blipFill>
          <a:blip r:embed="rId4"/>
          <a:stretch>
            <a:fillRect/>
          </a:stretch>
        </p:blipFill>
        <p:spPr>
          <a:xfrm>
            <a:off x="1518249" y="4562123"/>
            <a:ext cx="2743199" cy="1816924"/>
          </a:xfrm>
          <a:prstGeom prst="rect">
            <a:avLst/>
          </a:prstGeom>
        </p:spPr>
      </p:pic>
      <p:pic>
        <p:nvPicPr>
          <p:cNvPr id="8" name="Picture 8">
            <a:extLst>
              <a:ext uri="{FF2B5EF4-FFF2-40B4-BE49-F238E27FC236}">
                <a16:creationId xmlns:a16="http://schemas.microsoft.com/office/drawing/2014/main" id="{917ACFD0-3FAE-AF35-B32E-A9B88DF2359D}"/>
              </a:ext>
            </a:extLst>
          </p:cNvPr>
          <p:cNvPicPr>
            <a:picLocks noChangeAspect="1"/>
          </p:cNvPicPr>
          <p:nvPr/>
        </p:nvPicPr>
        <p:blipFill>
          <a:blip r:embed="rId5">
            <a:extLst>
              <a:ext uri="{837473B0-CC2E-450A-ABE3-18F120FF3D39}">
                <a1611:picAttrSrcUrl xmlns:a1611="http://schemas.microsoft.com/office/drawing/2016/11/main" r:id="rId6"/>
              </a:ext>
            </a:extLst>
          </a:blip>
          <a:stretch>
            <a:fillRect/>
          </a:stretch>
        </p:blipFill>
        <p:spPr>
          <a:xfrm>
            <a:off x="8218098" y="4564376"/>
            <a:ext cx="2743199" cy="1812415"/>
          </a:xfrm>
          <a:prstGeom prst="rect">
            <a:avLst/>
          </a:prstGeom>
        </p:spPr>
      </p:pic>
      <p:pic>
        <p:nvPicPr>
          <p:cNvPr id="11" name="Picture 11" descr="お茶, 抹茶, 緑茶の無料の写真素材">
            <a:extLst>
              <a:ext uri="{FF2B5EF4-FFF2-40B4-BE49-F238E27FC236}">
                <a16:creationId xmlns:a16="http://schemas.microsoft.com/office/drawing/2014/main" id="{16B66E1D-272A-9914-9334-C1DA39CF3BAE}"/>
              </a:ext>
            </a:extLst>
          </p:cNvPr>
          <p:cNvPicPr>
            <a:picLocks noChangeAspect="1"/>
          </p:cNvPicPr>
          <p:nvPr/>
        </p:nvPicPr>
        <p:blipFill>
          <a:blip r:embed="rId7"/>
          <a:stretch>
            <a:fillRect/>
          </a:stretch>
        </p:blipFill>
        <p:spPr>
          <a:xfrm>
            <a:off x="4868174" y="4560095"/>
            <a:ext cx="2743200" cy="1820980"/>
          </a:xfrm>
          <a:prstGeom prst="rect">
            <a:avLst/>
          </a:prstGeom>
        </p:spPr>
      </p:pic>
      <p:pic>
        <p:nvPicPr>
          <p:cNvPr id="9" name="オーディオ 8">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8"/>
          <a:stretch>
            <a:fillRect/>
          </a:stretch>
        </p:blipFill>
        <p:spPr>
          <a:xfrm>
            <a:off x="11552238" y="6218238"/>
            <a:ext cx="487362" cy="487362"/>
          </a:xfrm>
          <a:prstGeom prst="rect">
            <a:avLst/>
          </a:prstGeom>
        </p:spPr>
      </p:pic>
    </p:spTree>
    <p:extLst>
      <p:ext uri="{BB962C8B-B14F-4D97-AF65-F5344CB8AC3E}">
        <p14:creationId xmlns:p14="http://schemas.microsoft.com/office/powerpoint/2010/main" val="2128380218"/>
      </p:ext>
    </p:extLst>
  </p:cSld>
  <p:clrMapOvr>
    <a:masterClrMapping/>
  </p:clrMapOvr>
  <mc:AlternateContent xmlns:mc="http://schemas.openxmlformats.org/markup-compatibility/2006" xmlns:p14="http://schemas.microsoft.com/office/powerpoint/2010/main">
    <mc:Choice Requires="p14">
      <p:transition spd="slow" p14:dur="2000" advTm="9920"/>
    </mc:Choice>
    <mc:Fallback xmlns="">
      <p:transition spd="slow" advTm="9920"/>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9"/>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53659" showWhenStopped="0">
                <p:cTn id="7" fill="hold" display="0">
                  <p:stCondLst>
                    <p:cond delay="indefinite"/>
                  </p:stCondLst>
                  <p:endCondLst>
                    <p:cond evt="onStopAudio" delay="0">
                      <p:tgtEl>
                        <p:sldTgt/>
                      </p:tgtEl>
                    </p:cond>
                  </p:endCondLst>
                </p:cTn>
                <p:tgtEl>
                  <p:spTgt spid="9"/>
                </p:tgtEl>
              </p:cMediaNode>
            </p:audio>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2D0F99-9396-4459-A649-8210DCC7B6E1}"/>
              </a:ext>
            </a:extLst>
          </p:cNvPr>
          <p:cNvSpPr>
            <a:spLocks noGrp="1"/>
          </p:cNvSpPr>
          <p:nvPr>
            <p:ph type="title"/>
          </p:nvPr>
        </p:nvSpPr>
        <p:spPr>
          <a:xfrm>
            <a:off x="838200" y="363306"/>
            <a:ext cx="10488423" cy="931427"/>
          </a:xfrm>
          <a:solidFill>
            <a:schemeClr val="accent1">
              <a:lumMod val="60000"/>
              <a:lumOff val="40000"/>
            </a:schemeClr>
          </a:solidFill>
          <a:ln>
            <a:solidFill>
              <a:schemeClr val="accent1">
                <a:lumMod val="60000"/>
                <a:lumOff val="40000"/>
              </a:schemeClr>
            </a:solidFill>
          </a:ln>
        </p:spPr>
        <p:txBody>
          <a:bodyPr>
            <a:normAutofit/>
          </a:bodyPr>
          <a:lstStyle/>
          <a:p>
            <a:r>
              <a:rPr lang="ja-JP" altLang="en-US" sz="4000" b="1">
                <a:solidFill>
                  <a:schemeClr val="bg1"/>
                </a:solidFill>
                <a:ea typeface="ＭＳ Ｐゴシック"/>
                <a:cs typeface="Calibri Light"/>
              </a:rPr>
              <a:t>　　　　　　　　　　　お茶って何?</a:t>
            </a:r>
          </a:p>
        </p:txBody>
      </p:sp>
      <p:sp>
        <p:nvSpPr>
          <p:cNvPr id="3" name="Content Placeholder 2">
            <a:extLst>
              <a:ext uri="{FF2B5EF4-FFF2-40B4-BE49-F238E27FC236}">
                <a16:creationId xmlns:a16="http://schemas.microsoft.com/office/drawing/2014/main" id="{5A75152B-E445-8799-97CB-D74498D3712B}"/>
              </a:ext>
            </a:extLst>
          </p:cNvPr>
          <p:cNvSpPr>
            <a:spLocks noGrp="1"/>
          </p:cNvSpPr>
          <p:nvPr>
            <p:ph idx="1"/>
          </p:nvPr>
        </p:nvSpPr>
        <p:spPr>
          <a:xfrm>
            <a:off x="2683623" y="1623166"/>
            <a:ext cx="8630692" cy="2561137"/>
          </a:xfrm>
        </p:spPr>
        <p:txBody>
          <a:bodyPr vert="horz" lIns="91440" tIns="45720" rIns="91440" bIns="45720" rtlCol="0" anchor="t">
            <a:normAutofit/>
          </a:bodyPr>
          <a:lstStyle/>
          <a:p>
            <a:pPr marL="0" indent="0">
              <a:buNone/>
            </a:pPr>
            <a:r>
              <a:rPr lang="ja-JP" altLang="en-US" sz="2400">
                <a:latin typeface="MS PGothic"/>
                <a:ea typeface="MS PGothic"/>
                <a:cs typeface="Calibri"/>
              </a:rPr>
              <a:t>一般的に、</a:t>
            </a:r>
            <a:r>
              <a:rPr lang="ja-JP" altLang="en-US" b="1">
                <a:solidFill>
                  <a:srgbClr val="00B050"/>
                </a:solidFill>
                <a:latin typeface="MS PGothic"/>
                <a:ea typeface="MS PGothic"/>
                <a:cs typeface="Calibri"/>
              </a:rPr>
              <a:t>ツバキ科</a:t>
            </a:r>
            <a:r>
              <a:rPr lang="ja-JP" altLang="en-US" sz="2400">
                <a:latin typeface="MS PGothic"/>
                <a:ea typeface="MS PGothic"/>
                <a:cs typeface="Calibri"/>
              </a:rPr>
              <a:t>の植物である</a:t>
            </a:r>
            <a:r>
              <a:rPr lang="ja-JP" altLang="en-US" b="1">
                <a:solidFill>
                  <a:srgbClr val="00B050"/>
                </a:solidFill>
                <a:latin typeface="MS PGothic"/>
                <a:ea typeface="MS PGothic"/>
                <a:cs typeface="Calibri"/>
              </a:rPr>
              <a:t>チャノキ</a:t>
            </a:r>
            <a:r>
              <a:rPr lang="ja-JP" altLang="en-US" sz="2400">
                <a:latin typeface="MS PGothic"/>
                <a:ea typeface="MS PGothic"/>
                <a:cs typeface="Calibri"/>
              </a:rPr>
              <a:t>を加工して作られた飲み物のことを</a:t>
            </a:r>
            <a:r>
              <a:rPr lang="ja-JP" altLang="en-US" b="1">
                <a:solidFill>
                  <a:srgbClr val="00B050"/>
                </a:solidFill>
                <a:latin typeface="MS PGothic"/>
                <a:ea typeface="MS PGothic"/>
                <a:cs typeface="Calibri"/>
              </a:rPr>
              <a:t>お茶</a:t>
            </a:r>
            <a:r>
              <a:rPr lang="ja-JP" altLang="en-US" sz="2400">
                <a:latin typeface="MS PGothic"/>
                <a:ea typeface="MS PGothic"/>
                <a:cs typeface="Calibri"/>
              </a:rPr>
              <a:t>という。学名は</a:t>
            </a:r>
            <a:r>
              <a:rPr lang="ja-JP" sz="2400">
                <a:latin typeface="MS PGothic"/>
                <a:ea typeface="MS PGothic"/>
                <a:cs typeface="+mn-lt"/>
              </a:rPr>
              <a:t>Camellia sinensis</a:t>
            </a:r>
            <a:r>
              <a:rPr lang="ja-JP" altLang="en-US" sz="2400">
                <a:latin typeface="MS PGothic"/>
                <a:ea typeface="MS PGothic"/>
                <a:cs typeface="+mn-lt"/>
              </a:rPr>
              <a:t>中国の</a:t>
            </a:r>
            <a:r>
              <a:rPr lang="ja-JP" altLang="en-US" b="1">
                <a:solidFill>
                  <a:srgbClr val="00B050"/>
                </a:solidFill>
                <a:latin typeface="MS PGothic"/>
                <a:ea typeface="MS PGothic"/>
                <a:cs typeface="+mn-lt"/>
              </a:rPr>
              <a:t>ツバキ</a:t>
            </a:r>
            <a:r>
              <a:rPr lang="ja-JP" altLang="en-US" sz="2400">
                <a:latin typeface="MS PGothic"/>
                <a:ea typeface="MS PGothic"/>
                <a:cs typeface="+mn-lt"/>
              </a:rPr>
              <a:t>である。</a:t>
            </a:r>
            <a:endParaRPr lang="ja-JP" altLang="en-US" sz="2400">
              <a:latin typeface="MS PGothic"/>
              <a:ea typeface="MS PGothic"/>
              <a:cs typeface="Calibri"/>
            </a:endParaRPr>
          </a:p>
          <a:p>
            <a:pPr marL="0" indent="0">
              <a:buNone/>
            </a:pPr>
            <a:r>
              <a:rPr lang="ja-JP" altLang="en-US" sz="2400">
                <a:latin typeface="MS PGothic"/>
                <a:ea typeface="MS PGothic"/>
                <a:cs typeface="Calibri"/>
              </a:rPr>
              <a:t>紀元前28世紀頃、古代中国で</a:t>
            </a:r>
            <a:r>
              <a:rPr lang="ja-JP" altLang="en-US" b="1">
                <a:solidFill>
                  <a:srgbClr val="00B050"/>
                </a:solidFill>
                <a:latin typeface="MS PGothic"/>
                <a:ea typeface="MS PGothic"/>
                <a:cs typeface="Calibri"/>
              </a:rPr>
              <a:t>お茶</a:t>
            </a:r>
            <a:r>
              <a:rPr lang="ja-JP" altLang="en-US" sz="2400">
                <a:latin typeface="MS PGothic"/>
                <a:ea typeface="MS PGothic"/>
                <a:cs typeface="Calibri"/>
              </a:rPr>
              <a:t>を</a:t>
            </a:r>
            <a:r>
              <a:rPr lang="ja-JP" altLang="en-US" b="1">
                <a:solidFill>
                  <a:srgbClr val="00B050"/>
                </a:solidFill>
                <a:latin typeface="MS PGothic"/>
                <a:ea typeface="MS PGothic"/>
                <a:cs typeface="Calibri"/>
              </a:rPr>
              <a:t>薬草</a:t>
            </a:r>
            <a:r>
              <a:rPr lang="ja-JP" altLang="en-US" sz="2400">
                <a:latin typeface="MS PGothic"/>
                <a:ea typeface="MS PGothic"/>
                <a:cs typeface="Calibri"/>
              </a:rPr>
              <a:t>として利用し始めたという"</a:t>
            </a:r>
            <a:r>
              <a:rPr lang="ja-JP" altLang="en-US" b="1">
                <a:solidFill>
                  <a:srgbClr val="00B050"/>
                </a:solidFill>
                <a:latin typeface="MS PGothic"/>
                <a:ea typeface="MS PGothic"/>
                <a:cs typeface="Calibri"/>
              </a:rPr>
              <a:t>神農</a:t>
            </a:r>
            <a:r>
              <a:rPr lang="ja-JP" altLang="en-US" sz="2400">
                <a:latin typeface="MS PGothic"/>
                <a:ea typeface="MS PGothic"/>
                <a:cs typeface="Calibri"/>
              </a:rPr>
              <a:t>"が、最初に飲んだと言われている。</a:t>
            </a:r>
          </a:p>
          <a:p>
            <a:endParaRPr lang="ja-JP" altLang="en-US">
              <a:ea typeface="ＭＳ Ｐゴシック"/>
              <a:cs typeface="Calibri"/>
            </a:endParaRPr>
          </a:p>
          <a:p>
            <a:endParaRPr lang="ja-JP" altLang="en-US">
              <a:ea typeface="ＭＳ Ｐゴシック"/>
              <a:cs typeface="Calibri"/>
            </a:endParaRPr>
          </a:p>
        </p:txBody>
      </p:sp>
      <p:sp>
        <p:nvSpPr>
          <p:cNvPr id="4" name="TextBox 3">
            <a:extLst>
              <a:ext uri="{FF2B5EF4-FFF2-40B4-BE49-F238E27FC236}">
                <a16:creationId xmlns:a16="http://schemas.microsoft.com/office/drawing/2014/main" id="{6CC7066D-F0B8-EF6A-23CA-5C02C26FBEBC}"/>
              </a:ext>
            </a:extLst>
          </p:cNvPr>
          <p:cNvSpPr txBox="1"/>
          <p:nvPr/>
        </p:nvSpPr>
        <p:spPr>
          <a:xfrm>
            <a:off x="670169" y="-1137138"/>
            <a:ext cx="274319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t>Click to add text</a:t>
            </a:r>
          </a:p>
        </p:txBody>
      </p:sp>
      <p:sp>
        <p:nvSpPr>
          <p:cNvPr id="5" name="TextBox 4">
            <a:extLst>
              <a:ext uri="{FF2B5EF4-FFF2-40B4-BE49-F238E27FC236}">
                <a16:creationId xmlns:a16="http://schemas.microsoft.com/office/drawing/2014/main" id="{5BB89134-C588-E619-07CB-114EAF30DD3A}"/>
              </a:ext>
            </a:extLst>
          </p:cNvPr>
          <p:cNvSpPr txBox="1"/>
          <p:nvPr/>
        </p:nvSpPr>
        <p:spPr>
          <a:xfrm>
            <a:off x="9863015" y="-1674446"/>
            <a:ext cx="274319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t>Click to add text</a:t>
            </a:r>
          </a:p>
        </p:txBody>
      </p:sp>
      <p:sp>
        <p:nvSpPr>
          <p:cNvPr id="6" name="Rectangle 5">
            <a:extLst>
              <a:ext uri="{FF2B5EF4-FFF2-40B4-BE49-F238E27FC236}">
                <a16:creationId xmlns:a16="http://schemas.microsoft.com/office/drawing/2014/main" id="{72AC51E4-4B6E-FB9E-4805-CB2D1588DF5B}"/>
              </a:ext>
            </a:extLst>
          </p:cNvPr>
          <p:cNvSpPr/>
          <p:nvPr/>
        </p:nvSpPr>
        <p:spPr>
          <a:xfrm>
            <a:off x="838444" y="5531043"/>
            <a:ext cx="10490804" cy="791307"/>
          </a:xfrm>
          <a:prstGeom prst="rect">
            <a:avLst/>
          </a:prstGeom>
          <a:solidFill>
            <a:schemeClr val="accent1">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ja-JP" altLang="en-US">
                <a:latin typeface="MS PGothic"/>
                <a:ea typeface="MS PGothic"/>
                <a:cs typeface="Calibri"/>
              </a:rPr>
              <a:t>古代中国で神農が飲む</a:t>
            </a:r>
            <a:r>
              <a:rPr lang="en-US">
                <a:latin typeface="MS PGothic"/>
                <a:ea typeface="ＭＳ Ｐゴシック"/>
                <a:cs typeface="Calibri"/>
              </a:rPr>
              <a:t>　</a:t>
            </a:r>
            <a:r>
              <a:rPr lang="en-US" altLang="ja-JP">
                <a:latin typeface="MS PGothic"/>
                <a:ea typeface="ＭＳ Ｐゴシック"/>
                <a:cs typeface="Calibri"/>
              </a:rPr>
              <a:t>→　</a:t>
            </a:r>
            <a:r>
              <a:rPr lang="en-US" altLang="ja-JP" err="1">
                <a:latin typeface="MS PGothic"/>
                <a:ea typeface="ＭＳ Ｐゴシック"/>
                <a:cs typeface="Calibri"/>
              </a:rPr>
              <a:t>薬として利用</a:t>
            </a:r>
            <a:r>
              <a:rPr lang="en-US" altLang="ja-JP">
                <a:latin typeface="MS PGothic"/>
                <a:ea typeface="ＭＳ Ｐゴシック"/>
                <a:cs typeface="Calibri"/>
              </a:rPr>
              <a:t>　→　</a:t>
            </a:r>
            <a:r>
              <a:rPr lang="en-US" altLang="ja-JP" err="1">
                <a:latin typeface="MS PGothic"/>
                <a:ea typeface="ＭＳ Ｐゴシック"/>
                <a:cs typeface="Calibri"/>
              </a:rPr>
              <a:t>日本に伝来</a:t>
            </a:r>
            <a:r>
              <a:rPr lang="en-US" altLang="ja-JP">
                <a:latin typeface="MS PGothic"/>
                <a:ea typeface="ＭＳ Ｐゴシック"/>
                <a:cs typeface="Calibri"/>
              </a:rPr>
              <a:t>　→　</a:t>
            </a:r>
            <a:r>
              <a:rPr lang="en-US" altLang="ja-JP" err="1">
                <a:latin typeface="MS PGothic"/>
                <a:ea typeface="ＭＳ Ｐゴシック"/>
                <a:cs typeface="Calibri"/>
              </a:rPr>
              <a:t>今日のお茶</a:t>
            </a:r>
            <a:endParaRPr lang="ja-JP" altLang="en-US">
              <a:latin typeface="MS PGothic"/>
              <a:ea typeface="MS PGothic"/>
              <a:cs typeface="Calibri"/>
            </a:endParaRPr>
          </a:p>
        </p:txBody>
      </p:sp>
      <p:sp>
        <p:nvSpPr>
          <p:cNvPr id="8" name="Rectangle 7">
            <a:extLst>
              <a:ext uri="{FF2B5EF4-FFF2-40B4-BE49-F238E27FC236}">
                <a16:creationId xmlns:a16="http://schemas.microsoft.com/office/drawing/2014/main" id="{DB80E9DF-2CA0-C585-2BF2-D2F83846F4E6}"/>
              </a:ext>
            </a:extLst>
          </p:cNvPr>
          <p:cNvSpPr/>
          <p:nvPr/>
        </p:nvSpPr>
        <p:spPr>
          <a:xfrm>
            <a:off x="842107" y="1622389"/>
            <a:ext cx="1777999" cy="507999"/>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ja-JP" altLang="en-US">
                <a:ea typeface="ＭＳ Ｐゴシック"/>
                <a:cs typeface="Calibri"/>
              </a:rPr>
              <a:t>お茶とは</a:t>
            </a:r>
            <a:endParaRPr lang="en-US">
              <a:ea typeface="ＭＳ Ｐゴシック"/>
            </a:endParaRPr>
          </a:p>
        </p:txBody>
      </p:sp>
      <p:sp>
        <p:nvSpPr>
          <p:cNvPr id="9" name="TextBox 8">
            <a:extLst>
              <a:ext uri="{FF2B5EF4-FFF2-40B4-BE49-F238E27FC236}">
                <a16:creationId xmlns:a16="http://schemas.microsoft.com/office/drawing/2014/main" id="{25A056F7-3BE0-FA86-79E4-1E8F313E2D89}"/>
              </a:ext>
            </a:extLst>
          </p:cNvPr>
          <p:cNvSpPr txBox="1"/>
          <p:nvPr/>
        </p:nvSpPr>
        <p:spPr>
          <a:xfrm rot="4080000">
            <a:off x="10136554" y="-1860062"/>
            <a:ext cx="274319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t>Click to add text</a:t>
            </a:r>
          </a:p>
        </p:txBody>
      </p:sp>
      <p:sp>
        <p:nvSpPr>
          <p:cNvPr id="11" name="Rectangle 10">
            <a:extLst>
              <a:ext uri="{FF2B5EF4-FFF2-40B4-BE49-F238E27FC236}">
                <a16:creationId xmlns:a16="http://schemas.microsoft.com/office/drawing/2014/main" id="{8BEE3A83-268F-BFEA-517B-5AA83B0F9357}"/>
              </a:ext>
            </a:extLst>
          </p:cNvPr>
          <p:cNvSpPr/>
          <p:nvPr/>
        </p:nvSpPr>
        <p:spPr>
          <a:xfrm>
            <a:off x="842107" y="2950327"/>
            <a:ext cx="1777999" cy="5275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ja-JP" altLang="en-US">
                <a:ea typeface="ＭＳ Ｐゴシック"/>
                <a:cs typeface="Calibri"/>
              </a:rPr>
              <a:t>お茶の成立</a:t>
            </a:r>
          </a:p>
        </p:txBody>
      </p:sp>
      <p:pic>
        <p:nvPicPr>
          <p:cNvPr id="7" name="Picture 9">
            <a:extLst>
              <a:ext uri="{FF2B5EF4-FFF2-40B4-BE49-F238E27FC236}">
                <a16:creationId xmlns:a16="http://schemas.microsoft.com/office/drawing/2014/main" id="{0FE59351-796D-B8AB-611A-634A9DF53349}"/>
              </a:ext>
            </a:extLst>
          </p:cNvPr>
          <p:cNvPicPr>
            <a:picLocks noChangeAspect="1"/>
          </p:cNvPicPr>
          <p:nvPr/>
        </p:nvPicPr>
        <p:blipFill>
          <a:blip r:embed="rId4">
            <a:extLst>
              <a:ext uri="{837473B0-CC2E-450A-ABE3-18F120FF3D39}">
                <a1611:picAttrSrcUrl xmlns:a1611="http://schemas.microsoft.com/office/drawing/2016/11/main" r:id="rId5"/>
              </a:ext>
            </a:extLst>
          </a:blip>
          <a:stretch>
            <a:fillRect/>
          </a:stretch>
        </p:blipFill>
        <p:spPr>
          <a:xfrm>
            <a:off x="6098432" y="4189481"/>
            <a:ext cx="2086302" cy="1291666"/>
          </a:xfrm>
          <a:prstGeom prst="rect">
            <a:avLst/>
          </a:prstGeom>
        </p:spPr>
      </p:pic>
      <p:sp>
        <p:nvSpPr>
          <p:cNvPr id="14" name="TextBox 13">
            <a:extLst>
              <a:ext uri="{FF2B5EF4-FFF2-40B4-BE49-F238E27FC236}">
                <a16:creationId xmlns:a16="http://schemas.microsoft.com/office/drawing/2014/main" id="{A134BD27-8985-3841-E6D5-26DF6124F687}"/>
              </a:ext>
            </a:extLst>
          </p:cNvPr>
          <p:cNvSpPr txBox="1"/>
          <p:nvPr/>
        </p:nvSpPr>
        <p:spPr>
          <a:xfrm>
            <a:off x="4449607" y="4679603"/>
            <a:ext cx="1581615"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ja-JP" altLang="en-US">
                <a:ea typeface="ＭＳ Ｐゴシック"/>
              </a:rPr>
              <a:t>ツバキの芽→</a:t>
            </a:r>
            <a:endParaRPr lang="en-US">
              <a:cs typeface="Calibri"/>
            </a:endParaRPr>
          </a:p>
        </p:txBody>
      </p:sp>
      <p:pic>
        <p:nvPicPr>
          <p:cNvPr id="10" name="Picture 11">
            <a:extLst>
              <a:ext uri="{FF2B5EF4-FFF2-40B4-BE49-F238E27FC236}">
                <a16:creationId xmlns:a16="http://schemas.microsoft.com/office/drawing/2014/main" id="{2471581A-C465-BE14-F787-B58A11995EED}"/>
              </a:ext>
            </a:extLst>
          </p:cNvPr>
          <p:cNvPicPr>
            <a:picLocks noChangeAspect="1"/>
          </p:cNvPicPr>
          <p:nvPr/>
        </p:nvPicPr>
        <p:blipFill>
          <a:blip r:embed="rId6">
            <a:extLst>
              <a:ext uri="{837473B0-CC2E-450A-ABE3-18F120FF3D39}">
                <a1611:picAttrSrcUrl xmlns:a1611="http://schemas.microsoft.com/office/drawing/2016/11/main" r:id="rId7"/>
              </a:ext>
            </a:extLst>
          </a:blip>
          <a:stretch>
            <a:fillRect/>
          </a:stretch>
        </p:blipFill>
        <p:spPr>
          <a:xfrm>
            <a:off x="9069423" y="4188283"/>
            <a:ext cx="2074126" cy="1288781"/>
          </a:xfrm>
          <a:prstGeom prst="rect">
            <a:avLst/>
          </a:prstGeom>
        </p:spPr>
      </p:pic>
      <p:sp>
        <p:nvSpPr>
          <p:cNvPr id="15" name="TextBox 14">
            <a:extLst>
              <a:ext uri="{FF2B5EF4-FFF2-40B4-BE49-F238E27FC236}">
                <a16:creationId xmlns:a16="http://schemas.microsoft.com/office/drawing/2014/main" id="{C6DCA9DA-71FA-2101-3704-D7805B330775}"/>
              </a:ext>
            </a:extLst>
          </p:cNvPr>
          <p:cNvSpPr txBox="1"/>
          <p:nvPr/>
        </p:nvSpPr>
        <p:spPr>
          <a:xfrm>
            <a:off x="8185552" y="4649097"/>
            <a:ext cx="931127"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ja-JP" altLang="en-US">
                <a:ea typeface="ＭＳ Ｐゴシック"/>
                <a:cs typeface="Calibri"/>
              </a:rPr>
              <a:t>神農→</a:t>
            </a:r>
            <a:endParaRPr lang="en-US">
              <a:ea typeface="ＭＳ Ｐゴシック"/>
              <a:cs typeface="Calibri"/>
            </a:endParaRPr>
          </a:p>
        </p:txBody>
      </p:sp>
      <p:pic>
        <p:nvPicPr>
          <p:cNvPr id="13" name="オーディオ 12">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8"/>
          <a:stretch>
            <a:fillRect/>
          </a:stretch>
        </p:blipFill>
        <p:spPr>
          <a:xfrm>
            <a:off x="11552238" y="6218238"/>
            <a:ext cx="487362" cy="487362"/>
          </a:xfrm>
          <a:prstGeom prst="rect">
            <a:avLst/>
          </a:prstGeom>
        </p:spPr>
      </p:pic>
    </p:spTree>
    <p:extLst>
      <p:ext uri="{BB962C8B-B14F-4D97-AF65-F5344CB8AC3E}">
        <p14:creationId xmlns:p14="http://schemas.microsoft.com/office/powerpoint/2010/main" val="796309985"/>
      </p:ext>
    </p:extLst>
  </p:cSld>
  <p:clrMapOvr>
    <a:masterClrMapping/>
  </p:clrMapOvr>
  <mc:AlternateContent xmlns:mc="http://schemas.openxmlformats.org/markup-compatibility/2006" xmlns:p14="http://schemas.microsoft.com/office/powerpoint/2010/main">
    <mc:Choice Requires="p14">
      <p:transition spd="slow" p14:dur="2000" advTm="46024"/>
    </mc:Choice>
    <mc:Fallback xmlns="">
      <p:transition spd="slow" advTm="46024"/>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13"/>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13"/>
                </p:tgtEl>
              </p:cMediaNode>
            </p:audio>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accent5">
            <a:lumMod val="50000"/>
          </a:schemeClr>
        </a:solidFill>
        <a:effectLst/>
      </p:bgPr>
    </p:bg>
    <p:spTree>
      <p:nvGrpSpPr>
        <p:cNvPr id="1" name=""/>
        <p:cNvGrpSpPr/>
        <p:nvPr/>
      </p:nvGrpSpPr>
      <p:grpSpPr>
        <a:xfrm>
          <a:off x="0" y="0"/>
          <a:ext cx="0" cy="0"/>
          <a:chOff x="0" y="0"/>
          <a:chExt cx="0" cy="0"/>
        </a:xfrm>
      </p:grpSpPr>
      <p:sp>
        <p:nvSpPr>
          <p:cNvPr id="29" name="Rectangle 28">
            <a:extLst>
              <a:ext uri="{FF2B5EF4-FFF2-40B4-BE49-F238E27FC236}">
                <a16:creationId xmlns:a16="http://schemas.microsoft.com/office/drawing/2014/main" id="{2A6B319F-86FE-4754-878E-06F0804D882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32385" cy="6858000"/>
          </a:xfrm>
          <a:prstGeom prst="rect">
            <a:avLst/>
          </a:prstGeom>
          <a:solidFill>
            <a:schemeClr val="accent5">
              <a:alpha val="70000"/>
            </a:schemeClr>
          </a:solidFill>
          <a:ln>
            <a:noFill/>
          </a:ln>
        </p:spPr>
        <p:style>
          <a:lnRef idx="2">
            <a:schemeClr val="accent1">
              <a:shade val="50000"/>
            </a:schemeClr>
          </a:lnRef>
          <a:fillRef idx="1003">
            <a:schemeClr val="lt1"/>
          </a:fillRef>
          <a:effectRef idx="0">
            <a:schemeClr val="accent1"/>
          </a:effectRef>
          <a:fontRef idx="minor">
            <a:schemeClr val="lt1"/>
          </a:fontRef>
        </p:style>
        <p:txBody>
          <a:bodyPr rtlCol="0" anchor="ctr"/>
          <a:lstStyle/>
          <a:p>
            <a:pPr algn="ctr"/>
            <a:endParaRPr lang="en-US">
              <a:solidFill>
                <a:schemeClr val="accent2"/>
              </a:solidFill>
            </a:endParaRPr>
          </a:p>
        </p:txBody>
      </p:sp>
      <p:sp>
        <p:nvSpPr>
          <p:cNvPr id="31" name="Rectangle 30">
            <a:extLst>
              <a:ext uri="{FF2B5EF4-FFF2-40B4-BE49-F238E27FC236}">
                <a16:creationId xmlns:a16="http://schemas.microsoft.com/office/drawing/2014/main" id="{DCF7D1B5-3477-499F-ACC5-2C8B07F4ED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32385" y="0"/>
            <a:ext cx="3218914" cy="6858000"/>
          </a:xfrm>
          <a:prstGeom prst="rect">
            <a:avLst/>
          </a:prstGeom>
          <a:solidFill>
            <a:schemeClr val="accent5">
              <a:lumMod val="75000"/>
              <a:alpha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3FEFE75-16AF-E481-28F3-069868040E22}"/>
              </a:ext>
            </a:extLst>
          </p:cNvPr>
          <p:cNvSpPr>
            <a:spLocks noGrp="1"/>
          </p:cNvSpPr>
          <p:nvPr>
            <p:ph type="title"/>
          </p:nvPr>
        </p:nvSpPr>
        <p:spPr>
          <a:xfrm>
            <a:off x="571297" y="412207"/>
            <a:ext cx="3569408" cy="5697587"/>
          </a:xfrm>
        </p:spPr>
        <p:txBody>
          <a:bodyPr vert="horz" lIns="91440" tIns="45720" rIns="91440" bIns="45720" rtlCol="0" anchor="t">
            <a:normAutofit/>
          </a:bodyPr>
          <a:lstStyle/>
          <a:p>
            <a:pPr algn="r"/>
            <a:r>
              <a:rPr lang="ja-JP" altLang="en-US" sz="3200" b="1" kern="1200">
                <a:solidFill>
                  <a:srgbClr val="FFFFFF"/>
                </a:solidFill>
                <a:latin typeface="MS PGothic"/>
                <a:ea typeface="MS PGothic"/>
              </a:rPr>
              <a:t>積極的に</a:t>
            </a:r>
            <a:r>
              <a:rPr lang="ja-JP" altLang="en-US" sz="3200" b="1">
                <a:solidFill>
                  <a:srgbClr val="FFFFFF"/>
                </a:solidFill>
                <a:latin typeface="MS PGothic"/>
                <a:ea typeface="MS PGothic"/>
              </a:rPr>
              <a:t>お茶を気にかけよう</a:t>
            </a:r>
            <a:r>
              <a:rPr lang="ja-JP" altLang="en-US" sz="3200" kern="1200">
                <a:solidFill>
                  <a:srgbClr val="FFFFFF"/>
                </a:solidFill>
                <a:latin typeface="MS PGothic"/>
                <a:ea typeface="MS PGothic"/>
              </a:rPr>
              <a:t>　</a:t>
            </a:r>
          </a:p>
        </p:txBody>
      </p:sp>
      <p:sp>
        <p:nvSpPr>
          <p:cNvPr id="3" name="Content Placeholder 2">
            <a:extLst>
              <a:ext uri="{FF2B5EF4-FFF2-40B4-BE49-F238E27FC236}">
                <a16:creationId xmlns:a16="http://schemas.microsoft.com/office/drawing/2014/main" id="{6DC1660E-7099-F83E-37B9-23FE50A577C3}"/>
              </a:ext>
            </a:extLst>
          </p:cNvPr>
          <p:cNvSpPr>
            <a:spLocks noGrp="1"/>
          </p:cNvSpPr>
          <p:nvPr>
            <p:ph idx="1"/>
          </p:nvPr>
        </p:nvSpPr>
        <p:spPr>
          <a:xfrm>
            <a:off x="4547698" y="1608667"/>
            <a:ext cx="7469183" cy="676751"/>
          </a:xfrm>
        </p:spPr>
        <p:txBody>
          <a:bodyPr vert="horz" lIns="91440" tIns="45720" rIns="91440" bIns="45720" rtlCol="0" anchor="t">
            <a:normAutofit/>
          </a:bodyPr>
          <a:lstStyle/>
          <a:p>
            <a:pPr marL="0" indent="0">
              <a:buNone/>
            </a:pPr>
            <a:r>
              <a:rPr lang="ja-JP" altLang="en-US" sz="2000">
                <a:latin typeface="MS PGothic"/>
                <a:ea typeface="MS PGothic"/>
              </a:rPr>
              <a:t>どうして？　▶お茶は人間の身体に良い作用を与えるから。</a:t>
            </a:r>
            <a:endParaRPr lang="en-US" altLang="ja-JP">
              <a:ea typeface="ＭＳ Ｐゴシック"/>
              <a:cs typeface="Calibri"/>
            </a:endParaRPr>
          </a:p>
        </p:txBody>
      </p:sp>
      <p:sp>
        <p:nvSpPr>
          <p:cNvPr id="5" name="TextBox 4">
            <a:extLst>
              <a:ext uri="{FF2B5EF4-FFF2-40B4-BE49-F238E27FC236}">
                <a16:creationId xmlns:a16="http://schemas.microsoft.com/office/drawing/2014/main" id="{1B28D0F6-9A9A-EF79-3D1A-1DEABAC51CBD}"/>
              </a:ext>
            </a:extLst>
          </p:cNvPr>
          <p:cNvSpPr txBox="1"/>
          <p:nvPr/>
        </p:nvSpPr>
        <p:spPr>
          <a:xfrm>
            <a:off x="4551583" y="3434591"/>
            <a:ext cx="7174447" cy="2833353"/>
          </a:xfrm>
          <a:prstGeom prst="rect">
            <a:avLst/>
          </a:prstGeom>
        </p:spPr>
        <p:txBody>
          <a:bodyPr rot="0" spcFirstLastPara="0" vertOverflow="overflow" horzOverflow="overflow" vert="horz" lIns="91440" tIns="45720" rIns="91440" bIns="45720" numCol="1" spcCol="0" rtlCol="0" fromWordArt="0" anchor="t" anchorCtr="0" forceAA="0" compatLnSpc="1">
            <a:prstTxWarp prst="textNoShape">
              <a:avLst/>
            </a:prstTxWarp>
            <a:normAutofit lnSpcReduction="10000"/>
          </a:bodyPr>
          <a:lstStyle/>
          <a:p>
            <a:pPr lvl="1" indent="-228600">
              <a:lnSpc>
                <a:spcPct val="90000"/>
              </a:lnSpc>
              <a:spcAft>
                <a:spcPts val="600"/>
              </a:spcAft>
              <a:buFont typeface="Arial" panose="020B0604020202020204" pitchFamily="34" charset="0"/>
              <a:buChar char="•"/>
            </a:pPr>
            <a:r>
              <a:rPr lang="ja-JP" altLang="en-US" sz="2000">
                <a:latin typeface="MS PGothic"/>
                <a:ea typeface="MS PGothic"/>
              </a:rPr>
              <a:t>寿命が長くなる</a:t>
            </a:r>
          </a:p>
          <a:p>
            <a:pPr lvl="1" indent="-228600">
              <a:lnSpc>
                <a:spcPct val="90000"/>
              </a:lnSpc>
              <a:spcAft>
                <a:spcPts val="600"/>
              </a:spcAft>
              <a:buFont typeface="Arial" panose="020B0604020202020204" pitchFamily="34" charset="0"/>
              <a:buChar char="•"/>
            </a:pPr>
            <a:r>
              <a:rPr lang="ja-JP" altLang="en-US" sz="2000">
                <a:latin typeface="MS PGothic"/>
                <a:ea typeface="MS PGothic"/>
                <a:cs typeface="Calibri" panose="020F0502020204030204"/>
              </a:rPr>
              <a:t>がんを予防する</a:t>
            </a:r>
          </a:p>
          <a:p>
            <a:pPr lvl="1" indent="-228600">
              <a:lnSpc>
                <a:spcPct val="90000"/>
              </a:lnSpc>
              <a:spcAft>
                <a:spcPts val="600"/>
              </a:spcAft>
              <a:buFont typeface="Arial" panose="020B0604020202020204" pitchFamily="34" charset="0"/>
              <a:buChar char="•"/>
            </a:pPr>
            <a:r>
              <a:rPr lang="ja-JP" altLang="en-US" sz="2000">
                <a:latin typeface="MS PGothic"/>
                <a:ea typeface="MS PGothic"/>
                <a:cs typeface="Calibri" panose="020F0502020204030204"/>
              </a:rPr>
              <a:t>心臓病と高血圧の予防</a:t>
            </a:r>
          </a:p>
          <a:p>
            <a:pPr lvl="1" indent="-228600">
              <a:lnSpc>
                <a:spcPct val="90000"/>
              </a:lnSpc>
              <a:spcAft>
                <a:spcPts val="600"/>
              </a:spcAft>
              <a:buFont typeface="Arial" panose="020B0604020202020204" pitchFamily="34" charset="0"/>
              <a:buChar char="•"/>
            </a:pPr>
            <a:r>
              <a:rPr lang="ja-JP" altLang="en-US" sz="2000">
                <a:latin typeface="MS PGothic"/>
                <a:ea typeface="MS PGothic"/>
                <a:cs typeface="Calibri" panose="020F0502020204030204"/>
              </a:rPr>
              <a:t>脳を活性化する</a:t>
            </a:r>
          </a:p>
          <a:p>
            <a:pPr lvl="1" indent="-228600">
              <a:lnSpc>
                <a:spcPct val="90000"/>
              </a:lnSpc>
              <a:spcAft>
                <a:spcPts val="600"/>
              </a:spcAft>
              <a:buFont typeface="Arial" panose="020B0604020202020204" pitchFamily="34" charset="0"/>
              <a:buChar char="•"/>
            </a:pPr>
            <a:r>
              <a:rPr lang="ja-JP" altLang="en-US" sz="2000">
                <a:latin typeface="MS PGothic"/>
                <a:ea typeface="MS PGothic"/>
                <a:cs typeface="Calibri" panose="020F0502020204030204"/>
              </a:rPr>
              <a:t>悪玉コレステロールを減少させる</a:t>
            </a:r>
          </a:p>
          <a:p>
            <a:pPr lvl="1" indent="-228600">
              <a:lnSpc>
                <a:spcPct val="90000"/>
              </a:lnSpc>
              <a:spcAft>
                <a:spcPts val="600"/>
              </a:spcAft>
              <a:buFont typeface="Arial" panose="020B0604020202020204" pitchFamily="34" charset="0"/>
              <a:buChar char="•"/>
            </a:pPr>
            <a:r>
              <a:rPr lang="ja-JP" altLang="en-US" sz="2000">
                <a:latin typeface="MS PGothic"/>
                <a:ea typeface="MS PGothic"/>
                <a:cs typeface="Calibri" panose="020F0502020204030204"/>
              </a:rPr>
              <a:t>体脂肪を減らす</a:t>
            </a:r>
          </a:p>
          <a:p>
            <a:pPr marL="228600" lvl="1">
              <a:lnSpc>
                <a:spcPct val="90000"/>
              </a:lnSpc>
              <a:spcAft>
                <a:spcPts val="600"/>
              </a:spcAft>
            </a:pPr>
            <a:r>
              <a:rPr lang="ja-JP" altLang="en-US" sz="2000">
                <a:latin typeface="MS PGothic"/>
                <a:ea typeface="MS PGothic"/>
                <a:cs typeface="Calibri" panose="020F0502020204030204"/>
              </a:rPr>
              <a:t>                                                                                              </a:t>
            </a:r>
          </a:p>
          <a:p>
            <a:pPr marL="228600" lvl="1">
              <a:lnSpc>
                <a:spcPct val="90000"/>
              </a:lnSpc>
              <a:spcAft>
                <a:spcPts val="600"/>
              </a:spcAft>
            </a:pPr>
            <a:r>
              <a:rPr lang="ja-JP" altLang="en-US" sz="2000">
                <a:latin typeface="MS PGothic"/>
                <a:ea typeface="MS PGothic"/>
                <a:cs typeface="Calibri" panose="020F0502020204030204"/>
              </a:rPr>
              <a:t>などなど..良い効果が目白押し！お茶について学びましょう！</a:t>
            </a:r>
            <a:endParaRPr lang="ja-JP">
              <a:latin typeface="MS PGothic"/>
              <a:ea typeface="MS PGothic"/>
            </a:endParaRPr>
          </a:p>
        </p:txBody>
      </p:sp>
      <p:sp>
        <p:nvSpPr>
          <p:cNvPr id="6" name="TextBox 5">
            <a:extLst>
              <a:ext uri="{FF2B5EF4-FFF2-40B4-BE49-F238E27FC236}">
                <a16:creationId xmlns:a16="http://schemas.microsoft.com/office/drawing/2014/main" id="{8036B289-4938-29FE-0B6A-DC4C04516957}"/>
              </a:ext>
            </a:extLst>
          </p:cNvPr>
          <p:cNvSpPr txBox="1"/>
          <p:nvPr/>
        </p:nvSpPr>
        <p:spPr>
          <a:xfrm>
            <a:off x="4551872" y="2970362"/>
            <a:ext cx="7185803"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ja-JP" altLang="en-US">
                <a:ea typeface="ＭＳ Ｐゴシック"/>
                <a:cs typeface="Calibri"/>
              </a:rPr>
              <a:t>良い作用とは例えば何？</a:t>
            </a:r>
            <a:endParaRPr lang="en-US">
              <a:cs typeface="Calibri"/>
            </a:endParaRPr>
          </a:p>
        </p:txBody>
      </p:sp>
      <p:pic>
        <p:nvPicPr>
          <p:cNvPr id="7" name="オーディオ 6">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11552238" y="6218238"/>
            <a:ext cx="487362" cy="487362"/>
          </a:xfrm>
          <a:prstGeom prst="rect">
            <a:avLst/>
          </a:prstGeom>
        </p:spPr>
      </p:pic>
    </p:spTree>
    <p:extLst>
      <p:ext uri="{BB962C8B-B14F-4D97-AF65-F5344CB8AC3E}">
        <p14:creationId xmlns:p14="http://schemas.microsoft.com/office/powerpoint/2010/main" val="2444751763"/>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2000" advTm="26919"/>
    </mc:Choice>
    <mc:Fallback xmlns="">
      <p:transition spd="slow" advTm="26919"/>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7"/>
                </p:tgtEl>
              </p:cMediaNode>
            </p:audi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FFCA59-2A20-8F1B-3B35-A7BDDA7613B7}"/>
              </a:ext>
            </a:extLst>
          </p:cNvPr>
          <p:cNvSpPr>
            <a:spLocks noGrp="1"/>
          </p:cNvSpPr>
          <p:nvPr>
            <p:ph type="title"/>
          </p:nvPr>
        </p:nvSpPr>
        <p:spPr>
          <a:xfrm>
            <a:off x="682895" y="354804"/>
            <a:ext cx="10515600" cy="966130"/>
          </a:xfrm>
          <a:solidFill>
            <a:schemeClr val="accent1">
              <a:lumMod val="60000"/>
              <a:lumOff val="40000"/>
            </a:schemeClr>
          </a:solidFill>
        </p:spPr>
        <p:txBody>
          <a:bodyPr>
            <a:normAutofit/>
          </a:bodyPr>
          <a:lstStyle/>
          <a:p>
            <a:r>
              <a:rPr lang="ja-JP" altLang="en-US">
                <a:solidFill>
                  <a:schemeClr val="bg1"/>
                </a:solidFill>
                <a:ea typeface="ＭＳ Ｐゴシック"/>
                <a:cs typeface="Calibri Light"/>
              </a:rPr>
              <a:t>　　　　　　　　</a:t>
            </a:r>
            <a:r>
              <a:rPr lang="ja-JP" altLang="en-US" b="1">
                <a:solidFill>
                  <a:schemeClr val="bg1"/>
                </a:solidFill>
                <a:latin typeface="MS PGothic"/>
                <a:ea typeface="MS PGothic"/>
                <a:cs typeface="Calibri Light"/>
              </a:rPr>
              <a:t>お茶の効能の源泉</a:t>
            </a:r>
          </a:p>
        </p:txBody>
      </p:sp>
      <p:sp>
        <p:nvSpPr>
          <p:cNvPr id="3" name="Content Placeholder 2">
            <a:extLst>
              <a:ext uri="{FF2B5EF4-FFF2-40B4-BE49-F238E27FC236}">
                <a16:creationId xmlns:a16="http://schemas.microsoft.com/office/drawing/2014/main" id="{FB421620-E1E7-0278-51F0-2D66CE50F9CD}"/>
              </a:ext>
            </a:extLst>
          </p:cNvPr>
          <p:cNvSpPr>
            <a:spLocks noGrp="1"/>
          </p:cNvSpPr>
          <p:nvPr>
            <p:ph idx="1"/>
          </p:nvPr>
        </p:nvSpPr>
        <p:spPr>
          <a:xfrm>
            <a:off x="2994104" y="1676236"/>
            <a:ext cx="6687014" cy="3366316"/>
          </a:xfrm>
        </p:spPr>
        <p:txBody>
          <a:bodyPr vert="horz" lIns="91440" tIns="45720" rIns="91440" bIns="45720" rtlCol="0" anchor="t">
            <a:normAutofit/>
          </a:bodyPr>
          <a:lstStyle/>
          <a:p>
            <a:r>
              <a:rPr lang="ja-JP" sz="2000" b="1">
                <a:solidFill>
                  <a:srgbClr val="00B050"/>
                </a:solidFill>
                <a:latin typeface="Calibri Light"/>
                <a:ea typeface="+mn-lt"/>
                <a:cs typeface="+mn-lt"/>
              </a:rPr>
              <a:t>カテキン類</a:t>
            </a:r>
            <a:r>
              <a:rPr lang="ja-JP" altLang="en-US" sz="2000" b="1">
                <a:latin typeface="Calibri Light"/>
                <a:ea typeface="+mn-lt"/>
                <a:cs typeface="+mn-lt"/>
              </a:rPr>
              <a:t>　ー</a:t>
            </a:r>
            <a:r>
              <a:rPr lang="ja-JP" altLang="en-US" sz="1600" b="1">
                <a:latin typeface="Calibri Light"/>
                <a:ea typeface="+mn-lt"/>
                <a:cs typeface="+mn-lt"/>
              </a:rPr>
              <a:t>次スライドで詳細</a:t>
            </a:r>
            <a:endParaRPr lang="en-US" sz="1600" b="1">
              <a:latin typeface="Calibri Light"/>
              <a:ea typeface="+mn-lt"/>
              <a:cs typeface="Calibri"/>
            </a:endParaRPr>
          </a:p>
          <a:p>
            <a:r>
              <a:rPr lang="ja-JP" altLang="en-US" sz="2000" b="1">
                <a:latin typeface="Calibri Light"/>
                <a:ea typeface="+mn-lt"/>
                <a:cs typeface="+mn-lt"/>
              </a:rPr>
              <a:t>カフェイン　ー</a:t>
            </a:r>
            <a:r>
              <a:rPr lang="ja-JP" altLang="en-US" sz="1600" b="1">
                <a:latin typeface="Calibri Light"/>
                <a:ea typeface="+mn-lt"/>
                <a:cs typeface="+mn-lt"/>
              </a:rPr>
              <a:t>覚醒・持久力増強・利尿作用</a:t>
            </a:r>
            <a:endParaRPr lang="ja-JP" sz="1600" b="1">
              <a:latin typeface="Calibri Light"/>
              <a:ea typeface="+mn-lt"/>
              <a:cs typeface="Calibri"/>
            </a:endParaRPr>
          </a:p>
          <a:p>
            <a:r>
              <a:rPr lang="ja-JP" sz="2000" b="1">
                <a:latin typeface="Calibri Light"/>
                <a:ea typeface="+mn-lt"/>
                <a:cs typeface="+mn-lt"/>
              </a:rPr>
              <a:t>テアニン</a:t>
            </a:r>
            <a:r>
              <a:rPr lang="ja-JP" altLang="en-US" sz="2000" b="1">
                <a:latin typeface="Calibri Light"/>
                <a:ea typeface="+mn-lt"/>
                <a:cs typeface="+mn-lt"/>
              </a:rPr>
              <a:t>　　ー</a:t>
            </a:r>
            <a:r>
              <a:rPr lang="ja-JP" altLang="en-US" sz="1600" b="1">
                <a:latin typeface="Calibri Light"/>
                <a:ea typeface="+mn-lt"/>
                <a:cs typeface="+mn-lt"/>
              </a:rPr>
              <a:t>リラックス・睡眠改善作用</a:t>
            </a:r>
            <a:endParaRPr lang="ja-JP" sz="1600">
              <a:ea typeface="+mn-lt"/>
              <a:cs typeface="+mn-lt"/>
            </a:endParaRPr>
          </a:p>
          <a:p>
            <a:r>
              <a:rPr lang="ja-JP" altLang="en-US" sz="2000" b="1">
                <a:latin typeface="Calibri Light"/>
                <a:ea typeface="+mn-lt"/>
                <a:cs typeface="+mn-lt"/>
              </a:rPr>
              <a:t>ビタミン　　ー</a:t>
            </a:r>
            <a:r>
              <a:rPr lang="ja-JP" sz="1600" b="1">
                <a:latin typeface="Calibri Light"/>
                <a:ea typeface="+mn-lt"/>
                <a:cs typeface="+mn-lt"/>
              </a:rPr>
              <a:t>抗酸化</a:t>
            </a:r>
            <a:r>
              <a:rPr lang="ja-JP" altLang="en-US" sz="1600" b="1">
                <a:latin typeface="Calibri Light"/>
                <a:ea typeface="+mn-lt"/>
                <a:cs typeface="+mn-lt"/>
              </a:rPr>
              <a:t>・皮膚粘膜保護・視力維持作用</a:t>
            </a:r>
          </a:p>
          <a:p>
            <a:r>
              <a:rPr lang="ja-JP" sz="2000" b="1">
                <a:latin typeface="Calibri Light"/>
                <a:ea typeface="+mn-lt"/>
                <a:cs typeface="+mn-lt"/>
              </a:rPr>
              <a:t>ミネラル</a:t>
            </a:r>
            <a:r>
              <a:rPr lang="ja-JP" altLang="en-US" sz="2000" b="1">
                <a:latin typeface="Calibri Light"/>
                <a:ea typeface="+mn-lt"/>
                <a:cs typeface="+mn-lt"/>
              </a:rPr>
              <a:t>　　ー</a:t>
            </a:r>
            <a:r>
              <a:rPr lang="ja-JP" altLang="en-US" sz="1600" b="1">
                <a:latin typeface="Calibri Light"/>
                <a:ea typeface="+mn-lt"/>
                <a:cs typeface="+mn-lt"/>
              </a:rPr>
              <a:t>生体調整作用</a:t>
            </a:r>
          </a:p>
          <a:p>
            <a:r>
              <a:rPr lang="ja-JP" sz="2000" b="1">
                <a:latin typeface="Calibri Light"/>
                <a:ea typeface="+mn-lt"/>
                <a:cs typeface="+mn-lt"/>
              </a:rPr>
              <a:t>食物繊維</a:t>
            </a:r>
            <a:r>
              <a:rPr lang="ja-JP" altLang="en-US" sz="2000" b="1">
                <a:latin typeface="Calibri Light"/>
                <a:ea typeface="+mn-lt"/>
                <a:cs typeface="+mn-lt"/>
              </a:rPr>
              <a:t>　　ー</a:t>
            </a:r>
            <a:r>
              <a:rPr lang="ja-JP" altLang="en-US" sz="1600" b="1">
                <a:latin typeface="Calibri Light"/>
                <a:ea typeface="+mn-lt"/>
                <a:cs typeface="+mn-lt"/>
              </a:rPr>
              <a:t>整腸・血糖値上昇抑制作用</a:t>
            </a:r>
            <a:endParaRPr lang="ja-JP" sz="1600">
              <a:latin typeface="Calibri Light"/>
              <a:ea typeface="+mn-lt"/>
              <a:cs typeface="Calibri"/>
            </a:endParaRPr>
          </a:p>
          <a:p>
            <a:pPr marL="0" indent="0">
              <a:buNone/>
            </a:pPr>
            <a:r>
              <a:rPr lang="ja-JP" altLang="en-US" sz="2000" b="1" dirty="0">
                <a:latin typeface="Calibri Light"/>
                <a:ea typeface="+mn-lt"/>
                <a:cs typeface="Calibri"/>
              </a:rPr>
              <a:t>　</a:t>
            </a:r>
            <a:endParaRPr lang="ja-JP" sz="2000" b="1" dirty="0">
              <a:latin typeface="Calibri Light"/>
              <a:ea typeface="+mn-lt"/>
              <a:cs typeface="Calibri"/>
            </a:endParaRPr>
          </a:p>
          <a:p>
            <a:pPr marL="0" indent="0">
              <a:buNone/>
            </a:pPr>
            <a:r>
              <a:rPr lang="ja-JP" altLang="en-US" sz="2000" b="1">
                <a:latin typeface="Calibri Light"/>
                <a:ea typeface="+mn-lt"/>
                <a:cs typeface="Calibri"/>
              </a:rPr>
              <a:t>　　　　　　他にも</a:t>
            </a:r>
            <a:r>
              <a:rPr lang="ja-JP" altLang="en-US" sz="2400" b="1">
                <a:solidFill>
                  <a:srgbClr val="00B050"/>
                </a:solidFill>
                <a:latin typeface="Calibri Light"/>
                <a:ea typeface="+mn-lt"/>
                <a:cs typeface="Calibri"/>
              </a:rPr>
              <a:t>体に良い成分</a:t>
            </a:r>
            <a:r>
              <a:rPr lang="ja-JP" altLang="en-US" sz="2000" b="1">
                <a:latin typeface="Calibri Light"/>
                <a:ea typeface="+mn-lt"/>
                <a:cs typeface="Calibri"/>
              </a:rPr>
              <a:t>が盛りだくさん！...</a:t>
            </a:r>
            <a:endParaRPr lang="ja-JP" sz="2000" b="1">
              <a:latin typeface="Calibri Light"/>
              <a:ea typeface="+mn-lt"/>
              <a:cs typeface="Calibri"/>
            </a:endParaRPr>
          </a:p>
          <a:p>
            <a:pPr marL="457200" indent="-457200"/>
            <a:endParaRPr lang="ja-JP" altLang="en-US">
              <a:ea typeface="ＭＳ Ｐゴシック"/>
              <a:cs typeface="Calibri"/>
            </a:endParaRPr>
          </a:p>
        </p:txBody>
      </p:sp>
      <p:sp>
        <p:nvSpPr>
          <p:cNvPr id="4" name="Left Brace 3">
            <a:extLst>
              <a:ext uri="{FF2B5EF4-FFF2-40B4-BE49-F238E27FC236}">
                <a16:creationId xmlns:a16="http://schemas.microsoft.com/office/drawing/2014/main" id="{7B47885B-8E3F-5F68-B413-4B245A5191E4}"/>
              </a:ext>
            </a:extLst>
          </p:cNvPr>
          <p:cNvSpPr/>
          <p:nvPr/>
        </p:nvSpPr>
        <p:spPr>
          <a:xfrm>
            <a:off x="2505641" y="1447801"/>
            <a:ext cx="418170" cy="3085169"/>
          </a:xfrm>
          <a:prstGeom prst="leftBrace">
            <a:avLst/>
          </a:prstGeom>
          <a:solidFill>
            <a:schemeClr val="bg1"/>
          </a:solidFill>
          <a:ln>
            <a:solidFill>
              <a:srgbClr val="00B050"/>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US"/>
          </a:p>
        </p:txBody>
      </p:sp>
      <p:sp>
        <p:nvSpPr>
          <p:cNvPr id="5" name="Rectangle 4">
            <a:extLst>
              <a:ext uri="{FF2B5EF4-FFF2-40B4-BE49-F238E27FC236}">
                <a16:creationId xmlns:a16="http://schemas.microsoft.com/office/drawing/2014/main" id="{647249F6-1428-C9D6-3FCC-11002BEF2FA2}"/>
              </a:ext>
            </a:extLst>
          </p:cNvPr>
          <p:cNvSpPr/>
          <p:nvPr/>
        </p:nvSpPr>
        <p:spPr>
          <a:xfrm>
            <a:off x="685800" y="2730190"/>
            <a:ext cx="1821364" cy="529683"/>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ja-JP" altLang="en-US">
                <a:ea typeface="ＭＳ Ｐゴシック"/>
                <a:cs typeface="Calibri"/>
              </a:rPr>
              <a:t>お茶の成分</a:t>
            </a:r>
            <a:endParaRPr lang="en-US"/>
          </a:p>
        </p:txBody>
      </p:sp>
      <p:pic>
        <p:nvPicPr>
          <p:cNvPr id="7" name="オーディオ 6">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11552238" y="6218238"/>
            <a:ext cx="487362" cy="487362"/>
          </a:xfrm>
          <a:prstGeom prst="rect">
            <a:avLst/>
          </a:prstGeom>
        </p:spPr>
      </p:pic>
    </p:spTree>
    <p:extLst>
      <p:ext uri="{BB962C8B-B14F-4D97-AF65-F5344CB8AC3E}">
        <p14:creationId xmlns:p14="http://schemas.microsoft.com/office/powerpoint/2010/main" val="1967700914"/>
      </p:ext>
    </p:extLst>
  </p:cSld>
  <p:clrMapOvr>
    <a:masterClrMapping/>
  </p:clrMapOvr>
  <mc:AlternateContent xmlns:mc="http://schemas.openxmlformats.org/markup-compatibility/2006" xmlns:p14="http://schemas.microsoft.com/office/powerpoint/2010/main">
    <mc:Choice Requires="p14">
      <p:transition spd="slow" p14:dur="2000" advTm="59009"/>
    </mc:Choice>
    <mc:Fallback xmlns="">
      <p:transition spd="slow" advTm="59009"/>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7"/>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7"/>
                </p:tgtEl>
              </p:cMediaNode>
            </p:audio>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BE4C94-F1B6-A520-E1CC-C7D34DD31E2D}"/>
              </a:ext>
            </a:extLst>
          </p:cNvPr>
          <p:cNvSpPr>
            <a:spLocks noGrp="1"/>
          </p:cNvSpPr>
          <p:nvPr>
            <p:ph type="title"/>
          </p:nvPr>
        </p:nvSpPr>
        <p:spPr>
          <a:xfrm>
            <a:off x="657153" y="221250"/>
            <a:ext cx="10980232" cy="989094"/>
          </a:xfrm>
          <a:solidFill>
            <a:schemeClr val="accent1">
              <a:lumMod val="60000"/>
              <a:lumOff val="40000"/>
            </a:schemeClr>
          </a:solidFill>
        </p:spPr>
        <p:txBody>
          <a:bodyPr/>
          <a:lstStyle/>
          <a:p>
            <a:r>
              <a:rPr lang="en-US" b="1">
                <a:solidFill>
                  <a:schemeClr val="bg1">
                    <a:lumMod val="95000"/>
                  </a:schemeClr>
                </a:solidFill>
                <a:cs typeface="Calibri Light"/>
              </a:rPr>
              <a:t>            </a:t>
            </a:r>
            <a:r>
              <a:rPr lang="ja-JP" altLang="en-US" b="1">
                <a:solidFill>
                  <a:schemeClr val="bg1">
                    <a:lumMod val="95000"/>
                  </a:schemeClr>
                </a:solidFill>
                <a:ea typeface="ＭＳ Ｐゴシック"/>
                <a:cs typeface="Calibri Light"/>
              </a:rPr>
              <a:t>　　お茶の効能の源泉　続き</a:t>
            </a:r>
          </a:p>
        </p:txBody>
      </p:sp>
      <p:sp>
        <p:nvSpPr>
          <p:cNvPr id="3" name="Content Placeholder 2">
            <a:extLst>
              <a:ext uri="{FF2B5EF4-FFF2-40B4-BE49-F238E27FC236}">
                <a16:creationId xmlns:a16="http://schemas.microsoft.com/office/drawing/2014/main" id="{09DAE100-1195-0688-BE4D-DDA9F2710863}"/>
              </a:ext>
            </a:extLst>
          </p:cNvPr>
          <p:cNvSpPr>
            <a:spLocks noGrp="1"/>
          </p:cNvSpPr>
          <p:nvPr>
            <p:ph idx="1"/>
          </p:nvPr>
        </p:nvSpPr>
        <p:spPr>
          <a:xfrm>
            <a:off x="2720317" y="1473934"/>
            <a:ext cx="8918564" cy="2610337"/>
          </a:xfrm>
          <a:ln>
            <a:solidFill>
              <a:schemeClr val="bg1"/>
            </a:solidFill>
          </a:ln>
        </p:spPr>
        <p:txBody>
          <a:bodyPr vert="horz" lIns="91440" tIns="45720" rIns="91440" bIns="45720" rtlCol="0" anchor="t">
            <a:normAutofit fontScale="92500"/>
          </a:bodyPr>
          <a:lstStyle/>
          <a:p>
            <a:pPr marL="0" indent="0">
              <a:buNone/>
            </a:pPr>
            <a:r>
              <a:rPr lang="ja-JP" b="1">
                <a:solidFill>
                  <a:srgbClr val="00B050"/>
                </a:solidFill>
                <a:ea typeface="+mn-lt"/>
                <a:cs typeface="+mn-lt"/>
              </a:rPr>
              <a:t>カテキン</a:t>
            </a:r>
            <a:r>
              <a:rPr lang="ja-JP" sz="2400">
                <a:ea typeface="+mn-lt"/>
                <a:cs typeface="+mn-lt"/>
              </a:rPr>
              <a:t>は、</a:t>
            </a:r>
            <a:r>
              <a:rPr lang="ja-JP" b="1">
                <a:solidFill>
                  <a:srgbClr val="00B050"/>
                </a:solidFill>
                <a:ea typeface="+mn-lt"/>
                <a:cs typeface="+mn-lt"/>
              </a:rPr>
              <a:t>お茶</a:t>
            </a:r>
            <a:r>
              <a:rPr lang="ja-JP" sz="2400">
                <a:ea typeface="+mn-lt"/>
                <a:cs typeface="+mn-lt"/>
              </a:rPr>
              <a:t>の</a:t>
            </a:r>
            <a:r>
              <a:rPr lang="ja-JP" altLang="en-US" b="1">
                <a:solidFill>
                  <a:srgbClr val="00B050"/>
                </a:solidFill>
                <a:ea typeface="+mn-lt"/>
                <a:cs typeface="+mn-lt"/>
              </a:rPr>
              <a:t>渋</a:t>
            </a:r>
            <a:r>
              <a:rPr lang="ja-JP" b="1">
                <a:solidFill>
                  <a:srgbClr val="00B050"/>
                </a:solidFill>
                <a:ea typeface="+mn-lt"/>
                <a:cs typeface="+mn-lt"/>
              </a:rPr>
              <a:t>み</a:t>
            </a:r>
            <a:r>
              <a:rPr lang="ja-JP" altLang="en-US" b="1">
                <a:solidFill>
                  <a:srgbClr val="00B050"/>
                </a:solidFill>
                <a:ea typeface="+mn-lt"/>
                <a:cs typeface="+mn-lt"/>
              </a:rPr>
              <a:t>成分</a:t>
            </a:r>
            <a:r>
              <a:rPr lang="ja-JP" sz="2400">
                <a:ea typeface="+mn-lt"/>
                <a:cs typeface="+mn-lt"/>
              </a:rPr>
              <a:t>で</a:t>
            </a:r>
            <a:r>
              <a:rPr lang="ja-JP" altLang="en-US" sz="2400">
                <a:ea typeface="+mn-lt"/>
                <a:cs typeface="+mn-lt"/>
              </a:rPr>
              <a:t>ある。乾燥した茶葉には約15％含有されている。</a:t>
            </a:r>
            <a:endParaRPr lang="ja-JP" altLang="en-US" sz="2400">
              <a:ea typeface="ＭＳ Ｐゴシック"/>
              <a:cs typeface="+mn-lt"/>
            </a:endParaRPr>
          </a:p>
          <a:p>
            <a:pPr marL="0" indent="0">
              <a:buNone/>
            </a:pPr>
            <a:r>
              <a:rPr lang="ja-JP" altLang="en-US" sz="2400">
                <a:ea typeface="+mn-lt"/>
                <a:cs typeface="+mn-lt"/>
              </a:rPr>
              <a:t>含有量は</a:t>
            </a:r>
            <a:r>
              <a:rPr lang="ja-JP" sz="2400">
                <a:ea typeface="+mn-lt"/>
                <a:cs typeface="+mn-lt"/>
              </a:rPr>
              <a:t>品種</a:t>
            </a:r>
            <a:r>
              <a:rPr lang="ja-JP" altLang="en-US" sz="2400">
                <a:ea typeface="+mn-lt"/>
                <a:cs typeface="+mn-lt"/>
              </a:rPr>
              <a:t>・</a:t>
            </a:r>
            <a:r>
              <a:rPr lang="ja-JP" sz="2400">
                <a:ea typeface="+mn-lt"/>
                <a:cs typeface="+mn-lt"/>
              </a:rPr>
              <a:t>栽培条件</a:t>
            </a:r>
            <a:r>
              <a:rPr lang="ja-JP" altLang="en-US" sz="2400">
                <a:ea typeface="+mn-lt"/>
                <a:cs typeface="+mn-lt"/>
              </a:rPr>
              <a:t>・</a:t>
            </a:r>
            <a:r>
              <a:rPr lang="ja-JP" sz="2400">
                <a:ea typeface="+mn-lt"/>
                <a:cs typeface="+mn-lt"/>
              </a:rPr>
              <a:t>摘採時期で</a:t>
            </a:r>
            <a:r>
              <a:rPr lang="ja-JP" altLang="en-US" sz="2400">
                <a:ea typeface="+mn-lt"/>
                <a:cs typeface="+mn-lt"/>
              </a:rPr>
              <a:t>変化する。</a:t>
            </a:r>
            <a:endParaRPr lang="ja-JP" altLang="en-US" sz="2400">
              <a:ea typeface="ＭＳ Ｐゴシック"/>
              <a:cs typeface="+mn-lt"/>
            </a:endParaRPr>
          </a:p>
          <a:p>
            <a:pPr marL="0" indent="0">
              <a:buNone/>
            </a:pPr>
            <a:r>
              <a:rPr lang="ja-JP" altLang="en-US" sz="2400">
                <a:ea typeface="+mn-lt"/>
                <a:cs typeface="+mn-lt"/>
              </a:rPr>
              <a:t>体内で</a:t>
            </a:r>
            <a:r>
              <a:rPr lang="ja-JP" b="1">
                <a:solidFill>
                  <a:srgbClr val="00B050"/>
                </a:solidFill>
                <a:ea typeface="+mn-lt"/>
                <a:cs typeface="+mn-lt"/>
              </a:rPr>
              <a:t>抗酸化</a:t>
            </a:r>
            <a:r>
              <a:rPr lang="ja-JP" altLang="en-US" b="1">
                <a:solidFill>
                  <a:srgbClr val="00B050"/>
                </a:solidFill>
                <a:ea typeface="+mn-lt"/>
                <a:cs typeface="+mn-lt"/>
              </a:rPr>
              <a:t>・</a:t>
            </a:r>
            <a:r>
              <a:rPr lang="ja-JP" b="1">
                <a:solidFill>
                  <a:srgbClr val="00B050"/>
                </a:solidFill>
                <a:ea typeface="+mn-lt"/>
                <a:cs typeface="+mn-lt"/>
              </a:rPr>
              <a:t>殺菌・抗菌</a:t>
            </a:r>
            <a:r>
              <a:rPr lang="ja-JP" altLang="en-US" b="1">
                <a:solidFill>
                  <a:srgbClr val="00B050"/>
                </a:solidFill>
                <a:ea typeface="+mn-lt"/>
                <a:cs typeface="+mn-lt"/>
              </a:rPr>
              <a:t>・</a:t>
            </a:r>
            <a:r>
              <a:rPr lang="ja-JP" b="1">
                <a:solidFill>
                  <a:srgbClr val="00B050"/>
                </a:solidFill>
                <a:ea typeface="+mn-lt"/>
                <a:cs typeface="+mn-lt"/>
              </a:rPr>
              <a:t>肥満予防作用</a:t>
            </a:r>
            <a:r>
              <a:rPr lang="ja-JP" sz="2400">
                <a:ea typeface="+mn-lt"/>
                <a:cs typeface="+mn-lt"/>
              </a:rPr>
              <a:t>など</a:t>
            </a:r>
            <a:r>
              <a:rPr lang="ja-JP" altLang="en-US" sz="2400">
                <a:ea typeface="+mn-lt"/>
                <a:cs typeface="+mn-lt"/>
              </a:rPr>
              <a:t>の働きをする。</a:t>
            </a:r>
            <a:endParaRPr lang="ja-JP" altLang="en-US" sz="2400">
              <a:ea typeface="ＭＳ Ｐゴシック"/>
              <a:cs typeface="+mn-lt"/>
            </a:endParaRPr>
          </a:p>
          <a:p>
            <a:pPr marL="0" indent="0">
              <a:buNone/>
            </a:pPr>
            <a:r>
              <a:rPr lang="ja-JP" altLang="en-US" sz="2400">
                <a:ea typeface="+mn-lt"/>
                <a:cs typeface="+mn-lt"/>
              </a:rPr>
              <a:t>かつての日本に食後にお茶を出す文化が存在したのは、</a:t>
            </a:r>
            <a:r>
              <a:rPr lang="ja-JP" altLang="en-US" b="1">
                <a:solidFill>
                  <a:srgbClr val="00B050"/>
                </a:solidFill>
                <a:ea typeface="+mn-lt"/>
                <a:cs typeface="+mn-lt"/>
              </a:rPr>
              <a:t>食中毒予防</a:t>
            </a:r>
            <a:r>
              <a:rPr lang="ja-JP" altLang="en-US" sz="2400">
                <a:ea typeface="+mn-lt"/>
                <a:cs typeface="+mn-lt"/>
              </a:rPr>
              <a:t>だと言われている。</a:t>
            </a:r>
            <a:endParaRPr lang="ja-JP" altLang="en-US" sz="2400">
              <a:ea typeface="ＭＳ Ｐゴシック"/>
              <a:cs typeface="Calibri"/>
            </a:endParaRPr>
          </a:p>
        </p:txBody>
      </p:sp>
      <p:sp>
        <p:nvSpPr>
          <p:cNvPr id="5" name="TextBox 4">
            <a:extLst>
              <a:ext uri="{FF2B5EF4-FFF2-40B4-BE49-F238E27FC236}">
                <a16:creationId xmlns:a16="http://schemas.microsoft.com/office/drawing/2014/main" id="{14FA53B6-DB1B-1CD2-2587-1A05365337C1}"/>
              </a:ext>
            </a:extLst>
          </p:cNvPr>
          <p:cNvSpPr txBox="1"/>
          <p:nvPr/>
        </p:nvSpPr>
        <p:spPr>
          <a:xfrm>
            <a:off x="842352" y="-1853956"/>
            <a:ext cx="2743199"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t>Click to add text</a:t>
            </a:r>
          </a:p>
        </p:txBody>
      </p:sp>
      <p:sp>
        <p:nvSpPr>
          <p:cNvPr id="9" name="Rectangle 8">
            <a:extLst>
              <a:ext uri="{FF2B5EF4-FFF2-40B4-BE49-F238E27FC236}">
                <a16:creationId xmlns:a16="http://schemas.microsoft.com/office/drawing/2014/main" id="{9AE61954-8B72-B4EA-2C2D-CF802B17A10D}"/>
              </a:ext>
            </a:extLst>
          </p:cNvPr>
          <p:cNvSpPr/>
          <p:nvPr/>
        </p:nvSpPr>
        <p:spPr>
          <a:xfrm>
            <a:off x="661059" y="1473844"/>
            <a:ext cx="1963614" cy="527538"/>
          </a:xfrm>
          <a:prstGeom prst="rect">
            <a:avLst/>
          </a:prstGeom>
          <a:solidFill>
            <a:schemeClr val="accent1"/>
          </a:solidFill>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ltLang="ja-JP" err="1">
                <a:ea typeface="ＭＳ Ｐゴシック"/>
                <a:cs typeface="Calibri"/>
              </a:rPr>
              <a:t>カテキンについて</a:t>
            </a:r>
          </a:p>
        </p:txBody>
      </p:sp>
      <p:sp>
        <p:nvSpPr>
          <p:cNvPr id="12" name="Rectangle 11">
            <a:extLst>
              <a:ext uri="{FF2B5EF4-FFF2-40B4-BE49-F238E27FC236}">
                <a16:creationId xmlns:a16="http://schemas.microsoft.com/office/drawing/2014/main" id="{69E53088-566A-9280-9BD8-DDD18297E6F1}"/>
              </a:ext>
            </a:extLst>
          </p:cNvPr>
          <p:cNvSpPr/>
          <p:nvPr/>
        </p:nvSpPr>
        <p:spPr>
          <a:xfrm>
            <a:off x="661057" y="5152464"/>
            <a:ext cx="1963614" cy="527538"/>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en-US" altLang="ja-JP" err="1">
                <a:ea typeface="ＭＳ Ｐゴシック"/>
                <a:cs typeface="Calibri"/>
              </a:rPr>
              <a:t>沢山接種するなら</a:t>
            </a:r>
          </a:p>
        </p:txBody>
      </p:sp>
      <p:sp>
        <p:nvSpPr>
          <p:cNvPr id="8" name="TextBox 7">
            <a:extLst>
              <a:ext uri="{FF2B5EF4-FFF2-40B4-BE49-F238E27FC236}">
                <a16:creationId xmlns:a16="http://schemas.microsoft.com/office/drawing/2014/main" id="{D25BEC1E-068D-54D6-1086-CDC8D325C50C}"/>
              </a:ext>
            </a:extLst>
          </p:cNvPr>
          <p:cNvSpPr txBox="1"/>
          <p:nvPr/>
        </p:nvSpPr>
        <p:spPr>
          <a:xfrm>
            <a:off x="2727434" y="5153573"/>
            <a:ext cx="8480096" cy="126188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ja-JP" altLang="en-US" sz="2000" b="1">
                <a:solidFill>
                  <a:srgbClr val="00B050"/>
                </a:solidFill>
                <a:ea typeface="ＭＳ Ｐゴシック"/>
                <a:cs typeface="Calibri"/>
              </a:rPr>
              <a:t>温かめのお湯</a:t>
            </a:r>
            <a:r>
              <a:rPr lang="ja-JP" altLang="en-US">
                <a:ea typeface="ＭＳ Ｐゴシック"/>
                <a:cs typeface="Calibri"/>
              </a:rPr>
              <a:t>ならばカフェインやカテキンの</a:t>
            </a:r>
            <a:r>
              <a:rPr lang="ja-JP" altLang="en-US" sz="2000" b="1">
                <a:solidFill>
                  <a:srgbClr val="00B050"/>
                </a:solidFill>
                <a:ea typeface="ＭＳ Ｐゴシック"/>
                <a:cs typeface="Calibri"/>
              </a:rPr>
              <a:t>溶け出す量が増加</a:t>
            </a:r>
            <a:r>
              <a:rPr lang="ja-JP" altLang="en-US">
                <a:ea typeface="ＭＳ Ｐゴシック"/>
                <a:cs typeface="Calibri"/>
              </a:rPr>
              <a:t>するので、効果的。</a:t>
            </a:r>
          </a:p>
          <a:p>
            <a:r>
              <a:rPr lang="ja-JP" altLang="en-US">
                <a:ea typeface="ＭＳ Ｐゴシック"/>
                <a:cs typeface="Calibri"/>
              </a:rPr>
              <a:t>しかし、その分苦くなる。</a:t>
            </a:r>
          </a:p>
          <a:p>
            <a:r>
              <a:rPr lang="ja-JP" altLang="en-US">
                <a:ea typeface="ＭＳ Ｐゴシック"/>
                <a:cs typeface="Calibri"/>
              </a:rPr>
              <a:t>ビタミン系は溶けない成分も存在する。因みに</a:t>
            </a:r>
            <a:r>
              <a:rPr lang="ja-JP" altLang="en-US" sz="2000" b="1">
                <a:solidFill>
                  <a:srgbClr val="00B050"/>
                </a:solidFill>
                <a:ea typeface="ＭＳ Ｐゴシック"/>
                <a:cs typeface="Calibri"/>
              </a:rPr>
              <a:t>ビタミンC</a:t>
            </a:r>
            <a:r>
              <a:rPr lang="ja-JP" altLang="en-US">
                <a:ea typeface="ＭＳ Ｐゴシック"/>
                <a:cs typeface="Calibri"/>
              </a:rPr>
              <a:t>は7割程溶けている。</a:t>
            </a:r>
          </a:p>
          <a:p>
            <a:pPr algn="l"/>
            <a:endParaRPr lang="ja-JP" altLang="en-US">
              <a:ea typeface="ＭＳ Ｐゴシック"/>
              <a:cs typeface="Calibri"/>
            </a:endParaRPr>
          </a:p>
        </p:txBody>
      </p:sp>
      <p:sp>
        <p:nvSpPr>
          <p:cNvPr id="16" name="TextBox 15">
            <a:extLst>
              <a:ext uri="{FF2B5EF4-FFF2-40B4-BE49-F238E27FC236}">
                <a16:creationId xmlns:a16="http://schemas.microsoft.com/office/drawing/2014/main" id="{84797F9A-A512-4AC7-8366-B030C6EE3CCD}"/>
              </a:ext>
            </a:extLst>
          </p:cNvPr>
          <p:cNvSpPr txBox="1"/>
          <p:nvPr/>
        </p:nvSpPr>
        <p:spPr>
          <a:xfrm>
            <a:off x="653992" y="4295228"/>
            <a:ext cx="10503337"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ja-JP" altLang="en-US">
                <a:ea typeface="ＭＳ Ｐゴシック"/>
                <a:cs typeface="Calibri"/>
              </a:rPr>
              <a:t>以上が主なお茶の成分である</a:t>
            </a:r>
          </a:p>
        </p:txBody>
      </p:sp>
      <p:pic>
        <p:nvPicPr>
          <p:cNvPr id="6" name="オーディオ 5">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4"/>
          <a:stretch>
            <a:fillRect/>
          </a:stretch>
        </p:blipFill>
        <p:spPr>
          <a:xfrm>
            <a:off x="11552238" y="6218238"/>
            <a:ext cx="487362" cy="487362"/>
          </a:xfrm>
          <a:prstGeom prst="rect">
            <a:avLst/>
          </a:prstGeom>
        </p:spPr>
      </p:pic>
    </p:spTree>
    <p:extLst>
      <p:ext uri="{BB962C8B-B14F-4D97-AF65-F5344CB8AC3E}">
        <p14:creationId xmlns:p14="http://schemas.microsoft.com/office/powerpoint/2010/main" val="185832976"/>
      </p:ext>
    </p:extLst>
  </p:cSld>
  <p:clrMapOvr>
    <a:masterClrMapping/>
  </p:clrMapOvr>
  <mc:AlternateContent xmlns:mc="http://schemas.openxmlformats.org/markup-compatibility/2006" xmlns:p14="http://schemas.microsoft.com/office/powerpoint/2010/main">
    <mc:Choice Requires="p14">
      <p:transition spd="slow" p14:dur="2000" advTm="36575"/>
    </mc:Choice>
    <mc:Fallback xmlns="">
      <p:transition spd="slow" advTm="36575"/>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6"/>
                </p:tgtEl>
              </p:cMediaNode>
            </p:audio>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FC6BF3-D406-9CB8-C0AC-CA5BD6031BB3}"/>
              </a:ext>
            </a:extLst>
          </p:cNvPr>
          <p:cNvSpPr>
            <a:spLocks noGrp="1"/>
          </p:cNvSpPr>
          <p:nvPr>
            <p:ph type="title"/>
          </p:nvPr>
        </p:nvSpPr>
        <p:spPr>
          <a:xfrm>
            <a:off x="838200" y="365125"/>
            <a:ext cx="10515600" cy="922667"/>
          </a:xfrm>
          <a:solidFill>
            <a:schemeClr val="accent1">
              <a:lumMod val="60000"/>
              <a:lumOff val="40000"/>
            </a:schemeClr>
          </a:solidFill>
        </p:spPr>
        <p:txBody>
          <a:bodyPr>
            <a:normAutofit/>
          </a:bodyPr>
          <a:lstStyle/>
          <a:p>
            <a:r>
              <a:rPr lang="ja-JP" altLang="en-US">
                <a:solidFill>
                  <a:schemeClr val="bg1"/>
                </a:solidFill>
                <a:ea typeface="ＭＳ Ｐゴシック"/>
                <a:cs typeface="Calibri Light"/>
              </a:rPr>
              <a:t>　　　</a:t>
            </a:r>
            <a:r>
              <a:rPr lang="ja-JP" altLang="en-US" b="1">
                <a:solidFill>
                  <a:schemeClr val="bg1"/>
                </a:solidFill>
                <a:ea typeface="ＭＳ Ｐゴシック"/>
                <a:cs typeface="Calibri Light"/>
              </a:rPr>
              <a:t>　日本のお茶はどこで採れるの？</a:t>
            </a:r>
            <a:endParaRPr lang="en-US" b="1">
              <a:solidFill>
                <a:schemeClr val="bg1"/>
              </a:solidFill>
              <a:cs typeface="Calibri Light"/>
            </a:endParaRPr>
          </a:p>
        </p:txBody>
      </p:sp>
      <p:sp>
        <p:nvSpPr>
          <p:cNvPr id="3" name="Content Placeholder 2">
            <a:extLst>
              <a:ext uri="{FF2B5EF4-FFF2-40B4-BE49-F238E27FC236}">
                <a16:creationId xmlns:a16="http://schemas.microsoft.com/office/drawing/2014/main" id="{A6D4EF86-9374-4745-4605-137B56A1578E}"/>
              </a:ext>
            </a:extLst>
          </p:cNvPr>
          <p:cNvSpPr>
            <a:spLocks noGrp="1"/>
          </p:cNvSpPr>
          <p:nvPr>
            <p:ph idx="1"/>
          </p:nvPr>
        </p:nvSpPr>
        <p:spPr>
          <a:xfrm>
            <a:off x="838200" y="1611893"/>
            <a:ext cx="10515600" cy="2483509"/>
          </a:xfrm>
        </p:spPr>
        <p:txBody>
          <a:bodyPr vert="horz" lIns="91440" tIns="45720" rIns="91440" bIns="45720" rtlCol="0" anchor="t">
            <a:normAutofit lnSpcReduction="10000"/>
          </a:bodyPr>
          <a:lstStyle/>
          <a:p>
            <a:r>
              <a:rPr lang="ja-JP" altLang="en-US">
                <a:ea typeface="ＭＳ Ｐゴシック"/>
                <a:cs typeface="Calibri"/>
              </a:rPr>
              <a:t>静岡県:静岡茶　　　　　　ー日本のお茶の約4割を生産</a:t>
            </a:r>
            <a:endParaRPr lang="ja-JP" altLang="en-US">
              <a:cs typeface="Calibri"/>
            </a:endParaRPr>
          </a:p>
          <a:p>
            <a:r>
              <a:rPr lang="ja-JP" altLang="en-US">
                <a:ea typeface="ＭＳ Ｐゴシック"/>
                <a:cs typeface="Calibri"/>
              </a:rPr>
              <a:t>三重県:伊勢茶　　　　　　ー平安時代から続く由緒のあるお茶</a:t>
            </a:r>
          </a:p>
          <a:p>
            <a:r>
              <a:rPr lang="ja-JP" altLang="en-US">
                <a:ea typeface="ＭＳ Ｐゴシック"/>
                <a:cs typeface="Calibri"/>
              </a:rPr>
              <a:t>京都府:宇治茶　　　　　　ー宇治抹茶や玉露などで著名な高級茶</a:t>
            </a:r>
          </a:p>
          <a:p>
            <a:r>
              <a:rPr lang="ja-JP" altLang="en-US">
                <a:ea typeface="ＭＳ Ｐゴシック"/>
                <a:cs typeface="Calibri"/>
              </a:rPr>
              <a:t>鹿児島県:鹿児島茶　　　ー平坦な土地だからこそ全国の約3割生産</a:t>
            </a:r>
          </a:p>
          <a:p>
            <a:pPr marL="0" indent="0">
              <a:buNone/>
            </a:pPr>
            <a:r>
              <a:rPr lang="ja-JP" altLang="en-US">
                <a:ea typeface="ＭＳ Ｐゴシック"/>
                <a:cs typeface="Calibri"/>
              </a:rPr>
              <a:t>　　　　　　　　　　　　　　　　　　　　　　　　　　　　　　　　　　　　　などなど...</a:t>
            </a:r>
          </a:p>
        </p:txBody>
      </p:sp>
      <p:pic>
        <p:nvPicPr>
          <p:cNvPr id="7" name="Picture 7" descr="[フリー写真] マレーシアのお茶畑でアハ体験 - GAHAG | 著作権 ...">
            <a:extLst>
              <a:ext uri="{FF2B5EF4-FFF2-40B4-BE49-F238E27FC236}">
                <a16:creationId xmlns:a16="http://schemas.microsoft.com/office/drawing/2014/main" id="{5CF8ACF6-0E21-AAA2-D70C-5F1BDFC6D138}"/>
              </a:ext>
            </a:extLst>
          </p:cNvPr>
          <p:cNvPicPr>
            <a:picLocks noChangeAspect="1"/>
          </p:cNvPicPr>
          <p:nvPr/>
        </p:nvPicPr>
        <p:blipFill>
          <a:blip r:embed="rId4"/>
          <a:stretch>
            <a:fillRect/>
          </a:stretch>
        </p:blipFill>
        <p:spPr>
          <a:xfrm>
            <a:off x="3888058" y="4819185"/>
            <a:ext cx="2743200" cy="1828800"/>
          </a:xfrm>
          <a:prstGeom prst="rect">
            <a:avLst/>
          </a:prstGeom>
        </p:spPr>
      </p:pic>
      <p:pic>
        <p:nvPicPr>
          <p:cNvPr id="8" name="Picture 8" descr="[フリー写真] 静岡の茶畑の風景でアハ体験 - GAHAG | 著作権フリー ...">
            <a:extLst>
              <a:ext uri="{FF2B5EF4-FFF2-40B4-BE49-F238E27FC236}">
                <a16:creationId xmlns:a16="http://schemas.microsoft.com/office/drawing/2014/main" id="{D6CB2709-BEF0-FC51-3B1D-6FCB1DF922F3}"/>
              </a:ext>
            </a:extLst>
          </p:cNvPr>
          <p:cNvPicPr>
            <a:picLocks noChangeAspect="1"/>
          </p:cNvPicPr>
          <p:nvPr/>
        </p:nvPicPr>
        <p:blipFill>
          <a:blip r:embed="rId5"/>
          <a:stretch>
            <a:fillRect/>
          </a:stretch>
        </p:blipFill>
        <p:spPr>
          <a:xfrm>
            <a:off x="840059" y="4819185"/>
            <a:ext cx="2743200" cy="1828800"/>
          </a:xfrm>
          <a:prstGeom prst="rect">
            <a:avLst/>
          </a:prstGeom>
        </p:spPr>
      </p:pic>
      <p:sp>
        <p:nvSpPr>
          <p:cNvPr id="12" name="TextBox 11">
            <a:extLst>
              <a:ext uri="{FF2B5EF4-FFF2-40B4-BE49-F238E27FC236}">
                <a16:creationId xmlns:a16="http://schemas.microsoft.com/office/drawing/2014/main" id="{7C876CA9-0C24-11F1-6BCC-34B15D92C994}"/>
              </a:ext>
            </a:extLst>
          </p:cNvPr>
          <p:cNvSpPr txBox="1"/>
          <p:nvPr/>
        </p:nvSpPr>
        <p:spPr>
          <a:xfrm>
            <a:off x="840059" y="4334107"/>
            <a:ext cx="274320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ja-JP" altLang="en-US">
                <a:ea typeface="ＭＳ Ｐゴシック"/>
              </a:rPr>
              <a:t>↓静岡の茶畑</a:t>
            </a:r>
            <a:endParaRPr lang="en-US">
              <a:cs typeface="Calibri"/>
            </a:endParaRPr>
          </a:p>
        </p:txBody>
      </p:sp>
      <p:sp>
        <p:nvSpPr>
          <p:cNvPr id="13" name="TextBox 12">
            <a:extLst>
              <a:ext uri="{FF2B5EF4-FFF2-40B4-BE49-F238E27FC236}">
                <a16:creationId xmlns:a16="http://schemas.microsoft.com/office/drawing/2014/main" id="{B667632A-3438-9801-4F5F-00587C5048D6}"/>
              </a:ext>
            </a:extLst>
          </p:cNvPr>
          <p:cNvSpPr txBox="1"/>
          <p:nvPr/>
        </p:nvSpPr>
        <p:spPr>
          <a:xfrm>
            <a:off x="3854372" y="4337592"/>
            <a:ext cx="2752492"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ja-JP" altLang="en-US">
                <a:ea typeface="ＭＳ Ｐゴシック"/>
                <a:cs typeface="Calibri"/>
              </a:rPr>
              <a:t>↓福岡の茶畑</a:t>
            </a:r>
            <a:endParaRPr lang="en-US">
              <a:cs typeface="Calibri"/>
            </a:endParaRPr>
          </a:p>
        </p:txBody>
      </p:sp>
      <p:pic>
        <p:nvPicPr>
          <p:cNvPr id="15" name="Picture 15">
            <a:extLst>
              <a:ext uri="{FF2B5EF4-FFF2-40B4-BE49-F238E27FC236}">
                <a16:creationId xmlns:a16="http://schemas.microsoft.com/office/drawing/2014/main" id="{7C0186DF-8CD4-1DF9-C92E-40454AB1828F}"/>
              </a:ext>
            </a:extLst>
          </p:cNvPr>
          <p:cNvPicPr>
            <a:picLocks noChangeAspect="1"/>
          </p:cNvPicPr>
          <p:nvPr/>
        </p:nvPicPr>
        <p:blipFill>
          <a:blip r:embed="rId6">
            <a:extLst>
              <a:ext uri="{837473B0-CC2E-450A-ABE3-18F120FF3D39}">
                <a1611:picAttrSrcUrl xmlns:a1611="http://schemas.microsoft.com/office/drawing/2016/11/main" r:id="rId7"/>
              </a:ext>
            </a:extLst>
          </a:blip>
          <a:stretch>
            <a:fillRect/>
          </a:stretch>
        </p:blipFill>
        <p:spPr>
          <a:xfrm>
            <a:off x="7577254" y="4821309"/>
            <a:ext cx="3876905" cy="1824551"/>
          </a:xfrm>
          <a:prstGeom prst="rect">
            <a:avLst/>
          </a:prstGeom>
        </p:spPr>
      </p:pic>
      <p:sp>
        <p:nvSpPr>
          <p:cNvPr id="18" name="TextBox 17">
            <a:extLst>
              <a:ext uri="{FF2B5EF4-FFF2-40B4-BE49-F238E27FC236}">
                <a16:creationId xmlns:a16="http://schemas.microsoft.com/office/drawing/2014/main" id="{D230F83D-C69A-AFA6-E266-FBA717790CD2}"/>
              </a:ext>
            </a:extLst>
          </p:cNvPr>
          <p:cNvSpPr txBox="1"/>
          <p:nvPr/>
        </p:nvSpPr>
        <p:spPr>
          <a:xfrm>
            <a:off x="7772399" y="4334107"/>
            <a:ext cx="4155686"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ja-JP" altLang="en-US">
                <a:ea typeface="ＭＳ Ｐゴシック"/>
                <a:cs typeface="Calibri"/>
              </a:rPr>
              <a:t>↓世界でのお茶の生産可能地域</a:t>
            </a:r>
          </a:p>
        </p:txBody>
      </p:sp>
      <p:pic>
        <p:nvPicPr>
          <p:cNvPr id="5" name="オーディオ 4">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8"/>
          <a:stretch>
            <a:fillRect/>
          </a:stretch>
        </p:blipFill>
        <p:spPr>
          <a:xfrm>
            <a:off x="11552238" y="6218238"/>
            <a:ext cx="487362" cy="487362"/>
          </a:xfrm>
          <a:prstGeom prst="rect">
            <a:avLst/>
          </a:prstGeom>
        </p:spPr>
      </p:pic>
    </p:spTree>
    <p:extLst>
      <p:ext uri="{BB962C8B-B14F-4D97-AF65-F5344CB8AC3E}">
        <p14:creationId xmlns:p14="http://schemas.microsoft.com/office/powerpoint/2010/main" val="3261661365"/>
      </p:ext>
    </p:extLst>
  </p:cSld>
  <p:clrMapOvr>
    <a:masterClrMapping/>
  </p:clrMapOvr>
  <mc:AlternateContent xmlns:mc="http://schemas.openxmlformats.org/markup-compatibility/2006" xmlns:p14="http://schemas.microsoft.com/office/powerpoint/2010/main">
    <mc:Choice Requires="p14">
      <p:transition spd="slow" p14:dur="2000" advTm="35344"/>
    </mc:Choice>
    <mc:Fallback xmlns="">
      <p:transition spd="slow" advTm="35344"/>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5"/>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5"/>
                </p:tgtEl>
              </p:cMediaNode>
            </p:audio>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3" name="Rectangle 32">
            <a:extLst>
              <a:ext uri="{FF2B5EF4-FFF2-40B4-BE49-F238E27FC236}">
                <a16:creationId xmlns:a16="http://schemas.microsoft.com/office/drawing/2014/main" id="{6C4028FD-8BAA-4A19-BFDE-594D991B755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CF80AA7-3D23-55CB-1874-0C06C0CFC6C1}"/>
              </a:ext>
            </a:extLst>
          </p:cNvPr>
          <p:cNvSpPr>
            <a:spLocks noGrp="1"/>
          </p:cNvSpPr>
          <p:nvPr>
            <p:ph type="title"/>
          </p:nvPr>
        </p:nvSpPr>
        <p:spPr>
          <a:xfrm>
            <a:off x="838200" y="556995"/>
            <a:ext cx="10515600" cy="1133693"/>
          </a:xfrm>
        </p:spPr>
        <p:txBody>
          <a:bodyPr>
            <a:normAutofit/>
          </a:bodyPr>
          <a:lstStyle/>
          <a:p>
            <a:r>
              <a:rPr lang="ja-JP" altLang="en-US" sz="5200" b="1">
                <a:ea typeface="ＭＳ Ｐゴシック"/>
                <a:cs typeface="Calibri Light"/>
              </a:rPr>
              <a:t>　　　　　　いかがでしたか？</a:t>
            </a:r>
          </a:p>
        </p:txBody>
      </p:sp>
      <p:graphicFrame>
        <p:nvGraphicFramePr>
          <p:cNvPr id="15" name="Content Placeholder 2">
            <a:extLst>
              <a:ext uri="{FF2B5EF4-FFF2-40B4-BE49-F238E27FC236}">
                <a16:creationId xmlns:a16="http://schemas.microsoft.com/office/drawing/2014/main" id="{D4C594D5-081D-C465-1924-CECBFEE84A70}"/>
              </a:ext>
            </a:extLst>
          </p:cNvPr>
          <p:cNvGraphicFramePr>
            <a:graphicFrameLocks noGrp="1"/>
          </p:cNvGraphicFramePr>
          <p:nvPr>
            <p:ph idx="1"/>
            <p:extLst>
              <p:ext uri="{D42A27DB-BD31-4B8C-83A1-F6EECF244321}">
                <p14:modId xmlns:p14="http://schemas.microsoft.com/office/powerpoint/2010/main" val="3103279455"/>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4" name="オーディオ 3">
            <a:hlinkClick r:id="" action="ppaction://media"/>
          </p:cNvPr>
          <p:cNvPicPr>
            <a:picLocks noChangeAspect="1"/>
          </p:cNvPicPr>
          <p:nvPr>
            <a:audioFile r:link="rId2"/>
            <p:extLst>
              <p:ext uri="{DAA4B4D4-6D71-4841-9C94-3DE7FCFB9230}">
                <p14:media xmlns:p14="http://schemas.microsoft.com/office/powerpoint/2010/main" r:embed="rId1"/>
              </p:ext>
            </p:extLst>
          </p:nvPr>
        </p:nvPicPr>
        <p:blipFill>
          <a:blip r:embed="rId9"/>
          <a:stretch>
            <a:fillRect/>
          </a:stretch>
        </p:blipFill>
        <p:spPr>
          <a:xfrm>
            <a:off x="11552238" y="6218238"/>
            <a:ext cx="487362" cy="487362"/>
          </a:xfrm>
          <a:prstGeom prst="rect">
            <a:avLst/>
          </a:prstGeom>
        </p:spPr>
      </p:pic>
    </p:spTree>
    <p:extLst>
      <p:ext uri="{BB962C8B-B14F-4D97-AF65-F5344CB8AC3E}">
        <p14:creationId xmlns:p14="http://schemas.microsoft.com/office/powerpoint/2010/main" val="1146908379"/>
      </p:ext>
    </p:extLst>
  </p:cSld>
  <p:clrMapOvr>
    <a:masterClrMapping/>
  </p:clrMapOvr>
  <mc:AlternateContent xmlns:mc="http://schemas.openxmlformats.org/markup-compatibility/2006" xmlns:p14="http://schemas.microsoft.com/office/powerpoint/2010/main">
    <mc:Choice Requires="p14">
      <p:transition spd="slow" p14:dur="2000" advTm="9848"/>
    </mc:Choice>
    <mc:Fallback xmlns="">
      <p:transition spd="slow" advTm="9848"/>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4"/>
                                        </p:tgtEl>
                                      </p:cBhvr>
                                    </p:cmd>
                                  </p:childTnLst>
                                </p:cTn>
                              </p:par>
                            </p:childTnLst>
                          </p:cTn>
                        </p:par>
                      </p:childTnLst>
                    </p:cTn>
                  </p:par>
                </p:childTnLst>
              </p:cTn>
              <p:prevCondLst>
                <p:cond evt="onPrev" delay="0">
                  <p:tgtEl>
                    <p:sldTgt/>
                  </p:tgtEl>
                </p:cond>
              </p:prevCondLst>
              <p:nextCondLst>
                <p:cond evt="onNext" delay="0">
                  <p:tgtEl>
                    <p:sldTgt/>
                  </p:tgtEl>
                </p:cond>
              </p:nextCondLst>
            </p:seq>
            <p:audio isNarration="1">
              <p:cMediaNode vol="80000" showWhenStopped="0">
                <p:cTn id="7" fill="hold" display="0">
                  <p:stCondLst>
                    <p:cond delay="indefinite"/>
                  </p:stCondLst>
                  <p:endCondLst>
                    <p:cond evt="onStopAudio" delay="0">
                      <p:tgtEl>
                        <p:sldTgt/>
                      </p:tgtEl>
                    </p:cond>
                  </p:endCondLst>
                </p:cTn>
                <p:tgtEl>
                  <p:spTgt spid="4"/>
                </p:tgtEl>
              </p:cMediaNode>
            </p:audio>
          </p:childTnLst>
        </p:cTn>
      </p:par>
    </p:tnLst>
  </p:timing>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19</TotalTime>
  <Words>791</Words>
  <Application>Microsoft Office PowerPoint</Application>
  <PresentationFormat>Widescreen</PresentationFormat>
  <Paragraphs>67</Paragraphs>
  <Slides>8</Slides>
  <Notes>0</Notes>
  <HiddenSlides>0</HiddenSlides>
  <MMClips>8</MMClips>
  <ScaleCrop>false</ScaleCrop>
  <HeadingPairs>
    <vt:vector size="4" baseType="variant">
      <vt:variant>
        <vt:lpstr>Theme</vt:lpstr>
      </vt:variant>
      <vt:variant>
        <vt:i4>1</vt:i4>
      </vt:variant>
      <vt:variant>
        <vt:lpstr>Slide Titles</vt:lpstr>
      </vt:variant>
      <vt:variant>
        <vt:i4>8</vt:i4>
      </vt:variant>
    </vt:vector>
  </HeadingPairs>
  <TitlesOfParts>
    <vt:vector size="9" baseType="lpstr">
      <vt:lpstr>Office テーマ</vt:lpstr>
      <vt:lpstr>　　　　　　　　　　お茶への招待</vt:lpstr>
      <vt:lpstr>  </vt:lpstr>
      <vt:lpstr>　　　　　　　　　　　お茶って何?</vt:lpstr>
      <vt:lpstr>積極的にお茶を気にかけよう　</vt:lpstr>
      <vt:lpstr>　　　　　　　　お茶の効能の源泉</vt:lpstr>
      <vt:lpstr>            　　お茶の効能の源泉　続き</vt:lpstr>
      <vt:lpstr>　　　　日本のお茶はどこで採れるの？</vt:lpstr>
      <vt:lpstr>　　　　　　いかがでしたか？</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
  <cp:lastModifiedBy>神野　友哉</cp:lastModifiedBy>
  <cp:revision>57</cp:revision>
  <dcterms:created xsi:type="dcterms:W3CDTF">2022-05-27T01:55:42Z</dcterms:created>
  <dcterms:modified xsi:type="dcterms:W3CDTF">2022-06-09T07:45:16Z</dcterms:modified>
</cp:coreProperties>
</file>